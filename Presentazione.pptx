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7"/>
  </p:notesMasterIdLst>
  <p:sldIdLst>
    <p:sldId id="256" r:id="rId2"/>
    <p:sldId id="263" r:id="rId3"/>
    <p:sldId id="265" r:id="rId4"/>
    <p:sldId id="280" r:id="rId5"/>
    <p:sldId id="260" r:id="rId6"/>
    <p:sldId id="281" r:id="rId7"/>
    <p:sldId id="288" r:id="rId8"/>
    <p:sldId id="285" r:id="rId9"/>
    <p:sldId id="283" r:id="rId10"/>
    <p:sldId id="290" r:id="rId11"/>
    <p:sldId id="292" r:id="rId12"/>
    <p:sldId id="289" r:id="rId13"/>
    <p:sldId id="293" r:id="rId14"/>
    <p:sldId id="296" r:id="rId15"/>
    <p:sldId id="295" r:id="rId16"/>
  </p:sldIdLst>
  <p:sldSz cx="9144000" cy="5143500" type="screen16x9"/>
  <p:notesSz cx="6858000" cy="9144000"/>
  <p:embeddedFontLst>
    <p:embeddedFont>
      <p:font typeface="Fredoka One" panose="02000000000000000000" pitchFamily="2" charset="0"/>
      <p:regular r:id="rId18"/>
    </p:embeddedFont>
    <p:embeddedFont>
      <p:font typeface="Palanquin Dark" panose="020B0604020202020204" charset="0"/>
      <p:regular r:id="rId19"/>
      <p:bold r:id="rId20"/>
    </p:embeddedFont>
    <p:embeddedFont>
      <p:font typeface="Rubik" panose="020B0604020202020204" charset="-79"/>
      <p:regular r:id="rId21"/>
      <p:bold r:id="rId22"/>
      <p:italic r:id="rId23"/>
      <p:boldItalic r:id="rId24"/>
    </p:embeddedFont>
    <p:embeddedFont>
      <p:font typeface="Rubik Black" panose="020B0604020202020204" charset="-79"/>
      <p:bold r:id="rId25"/>
      <p:boldItalic r:id="rId26"/>
    </p:embeddedFont>
    <p:embeddedFont>
      <p:font typeface="Rubik Glitch" panose="020B0604020202020204" charset="-79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93DDD1-34A6-4576-8D61-1B5CE689DE6F}">
  <a:tblStyle styleId="{2193DDD1-34A6-4576-8D61-1B5CE689DE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06799F8-075E-4A3A-A7F6-7FBC6576F1A4}" styleName="Stile con tema 2 - Color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Stile con tema 2 - Color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ile con tema 2 - Color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9" name="Google Shape;9519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0" name="Google Shape;9520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6" name="Google Shape;9616;g13852c7ee04_0_2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7" name="Google Shape;9617;g13852c7ee04_0_2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7" name="Google Shape;9647;g13852c7ee04_0_2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8" name="Google Shape;9648;g13852c7ee04_0_2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6" name="Google Shape;9966;g13852c7ee04_0_3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7" name="Google Shape;9967;g13852c7ee04_0_3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3" name="Google Shape;9563;g877b642fd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4" name="Google Shape;9564;g877b642fd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2">
          <a:extLst>
            <a:ext uri="{FF2B5EF4-FFF2-40B4-BE49-F238E27FC236}">
              <a16:creationId xmlns:a16="http://schemas.microsoft.com/office/drawing/2014/main" id="{3E5CF17C-B148-90D0-6BFB-3B272417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3" name="Google Shape;9563;g877b642fd3_0_258:notes">
            <a:extLst>
              <a:ext uri="{FF2B5EF4-FFF2-40B4-BE49-F238E27FC236}">
                <a16:creationId xmlns:a16="http://schemas.microsoft.com/office/drawing/2014/main" id="{787B6F06-29EA-F411-A0D2-D680E3B2EA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4" name="Google Shape;9564;g877b642fd3_0_258:notes">
            <a:extLst>
              <a:ext uri="{FF2B5EF4-FFF2-40B4-BE49-F238E27FC236}">
                <a16:creationId xmlns:a16="http://schemas.microsoft.com/office/drawing/2014/main" id="{DA952388-7C53-C3A8-0FB4-2A8470B8B6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6793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2">
          <a:extLst>
            <a:ext uri="{FF2B5EF4-FFF2-40B4-BE49-F238E27FC236}">
              <a16:creationId xmlns:a16="http://schemas.microsoft.com/office/drawing/2014/main" id="{27F208D3-7D95-11F5-0DAE-A3257FD93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3" name="Google Shape;9563;g877b642fd3_0_258:notes">
            <a:extLst>
              <a:ext uri="{FF2B5EF4-FFF2-40B4-BE49-F238E27FC236}">
                <a16:creationId xmlns:a16="http://schemas.microsoft.com/office/drawing/2014/main" id="{C34F8DB8-5286-FDC0-2F47-792A61512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4" name="Google Shape;9564;g877b642fd3_0_258:notes">
            <a:extLst>
              <a:ext uri="{FF2B5EF4-FFF2-40B4-BE49-F238E27FC236}">
                <a16:creationId xmlns:a16="http://schemas.microsoft.com/office/drawing/2014/main" id="{954389C2-9D2A-E40E-430F-C86C28397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139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2">
          <a:extLst>
            <a:ext uri="{FF2B5EF4-FFF2-40B4-BE49-F238E27FC236}">
              <a16:creationId xmlns:a16="http://schemas.microsoft.com/office/drawing/2014/main" id="{176CC6C8-0F4B-1023-6A61-3299D693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3" name="Google Shape;9563;g877b642fd3_0_258:notes">
            <a:extLst>
              <a:ext uri="{FF2B5EF4-FFF2-40B4-BE49-F238E27FC236}">
                <a16:creationId xmlns:a16="http://schemas.microsoft.com/office/drawing/2014/main" id="{B6686484-92C8-BC68-6D6A-6EA816E43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4" name="Google Shape;9564;g877b642fd3_0_258:notes">
            <a:extLst>
              <a:ext uri="{FF2B5EF4-FFF2-40B4-BE49-F238E27FC236}">
                <a16:creationId xmlns:a16="http://schemas.microsoft.com/office/drawing/2014/main" id="{42CDD381-6F8E-BEBE-AA8B-31C5D00991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914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2">
          <a:extLst>
            <a:ext uri="{FF2B5EF4-FFF2-40B4-BE49-F238E27FC236}">
              <a16:creationId xmlns:a16="http://schemas.microsoft.com/office/drawing/2014/main" id="{C4FDBFF6-EC75-E4E9-D8E1-4187FF2FE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3" name="Google Shape;9563;g877b642fd3_0_258:notes">
            <a:extLst>
              <a:ext uri="{FF2B5EF4-FFF2-40B4-BE49-F238E27FC236}">
                <a16:creationId xmlns:a16="http://schemas.microsoft.com/office/drawing/2014/main" id="{77FE78C5-4AE6-4734-1FC7-E7787F7ABF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4" name="Google Shape;9564;g877b642fd3_0_258:notes">
            <a:extLst>
              <a:ext uri="{FF2B5EF4-FFF2-40B4-BE49-F238E27FC236}">
                <a16:creationId xmlns:a16="http://schemas.microsoft.com/office/drawing/2014/main" id="{4B07741D-CB35-4FD6-8E78-CF0292902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5173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2">
          <a:extLst>
            <a:ext uri="{FF2B5EF4-FFF2-40B4-BE49-F238E27FC236}">
              <a16:creationId xmlns:a16="http://schemas.microsoft.com/office/drawing/2014/main" id="{C9D2CF7D-874B-6046-83E9-B2B9E8BCD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3" name="Google Shape;9563;g877b642fd3_0_258:notes">
            <a:extLst>
              <a:ext uri="{FF2B5EF4-FFF2-40B4-BE49-F238E27FC236}">
                <a16:creationId xmlns:a16="http://schemas.microsoft.com/office/drawing/2014/main" id="{8CD60DC5-94C1-39F9-B63F-EE475EDC6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4" name="Google Shape;9564;g877b642fd3_0_258:notes">
            <a:extLst>
              <a:ext uri="{FF2B5EF4-FFF2-40B4-BE49-F238E27FC236}">
                <a16:creationId xmlns:a16="http://schemas.microsoft.com/office/drawing/2014/main" id="{C059C108-19D8-643F-674C-5EF20C6CD6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428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2">
          <a:extLst>
            <a:ext uri="{FF2B5EF4-FFF2-40B4-BE49-F238E27FC236}">
              <a16:creationId xmlns:a16="http://schemas.microsoft.com/office/drawing/2014/main" id="{0F274A94-4492-812D-DE77-3A864552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3" name="Google Shape;9563;g877b642fd3_0_258:notes">
            <a:extLst>
              <a:ext uri="{FF2B5EF4-FFF2-40B4-BE49-F238E27FC236}">
                <a16:creationId xmlns:a16="http://schemas.microsoft.com/office/drawing/2014/main" id="{1E106A29-7B80-05D1-EAE0-5AD32C952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4" name="Google Shape;9564;g877b642fd3_0_258:notes">
            <a:extLst>
              <a:ext uri="{FF2B5EF4-FFF2-40B4-BE49-F238E27FC236}">
                <a16:creationId xmlns:a16="http://schemas.microsoft.com/office/drawing/2014/main" id="{B09E4401-CB87-9B3C-5B8E-695223E1C1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7984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2">
          <a:extLst>
            <a:ext uri="{FF2B5EF4-FFF2-40B4-BE49-F238E27FC236}">
              <a16:creationId xmlns:a16="http://schemas.microsoft.com/office/drawing/2014/main" id="{0FFD7342-F8F3-6808-CA9F-2879A1FC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3" name="Google Shape;9563;g877b642fd3_0_258:notes">
            <a:extLst>
              <a:ext uri="{FF2B5EF4-FFF2-40B4-BE49-F238E27FC236}">
                <a16:creationId xmlns:a16="http://schemas.microsoft.com/office/drawing/2014/main" id="{D947EB6C-8698-82BC-16F0-743B8FB13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4" name="Google Shape;9564;g877b642fd3_0_258:notes">
            <a:extLst>
              <a:ext uri="{FF2B5EF4-FFF2-40B4-BE49-F238E27FC236}">
                <a16:creationId xmlns:a16="http://schemas.microsoft.com/office/drawing/2014/main" id="{53DD01DA-2E24-331E-844B-7342647F4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6687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2">
          <a:extLst>
            <a:ext uri="{FF2B5EF4-FFF2-40B4-BE49-F238E27FC236}">
              <a16:creationId xmlns:a16="http://schemas.microsoft.com/office/drawing/2014/main" id="{EC564418-6559-2373-EC28-8FADEC37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3" name="Google Shape;9563;g877b642fd3_0_258:notes">
            <a:extLst>
              <a:ext uri="{FF2B5EF4-FFF2-40B4-BE49-F238E27FC236}">
                <a16:creationId xmlns:a16="http://schemas.microsoft.com/office/drawing/2014/main" id="{C10EC645-E223-BEF4-7927-5D5C4BFB60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4" name="Google Shape;9564;g877b642fd3_0_258:notes">
            <a:extLst>
              <a:ext uri="{FF2B5EF4-FFF2-40B4-BE49-F238E27FC236}">
                <a16:creationId xmlns:a16="http://schemas.microsoft.com/office/drawing/2014/main" id="{42D65D2E-F253-6981-7BED-419334D4A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6410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4718" y="206"/>
            <a:ext cx="9074564" cy="5143474"/>
            <a:chOff x="34718" y="206"/>
            <a:chExt cx="9074564" cy="5143474"/>
          </a:xfrm>
        </p:grpSpPr>
        <p:sp>
          <p:nvSpPr>
            <p:cNvPr id="10" name="Google Shape;10;p2"/>
            <p:cNvSpPr/>
            <p:nvPr/>
          </p:nvSpPr>
          <p:spPr>
            <a:xfrm>
              <a:off x="573748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73748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73748" y="28957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65521" y="432883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62"/>
                    <a:pt x="362" y="331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65521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3" y="610"/>
                  </a:cubicBezTo>
                  <a:cubicBezTo>
                    <a:pt x="146" y="610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73748" y="72308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65521" y="86639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3" y="617"/>
                  </a:cubicBezTo>
                  <a:cubicBezTo>
                    <a:pt x="146" y="617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73748" y="101244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65521" y="115575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3" y="610"/>
                  </a:cubicBezTo>
                  <a:cubicBezTo>
                    <a:pt x="146" y="610"/>
                    <a:pt x="92" y="517"/>
                    <a:pt x="92" y="348"/>
                  </a:cubicBezTo>
                  <a:cubicBezTo>
                    <a:pt x="92" y="163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65521" y="130097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73748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73748" y="159117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73748" y="1736397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65521" y="187970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62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73748" y="202576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73748" y="2170028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65521" y="231322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3" y="617"/>
                  </a:cubicBezTo>
                  <a:cubicBezTo>
                    <a:pt x="146" y="617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73748" y="245939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65521" y="260270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3" y="609"/>
                  </a:cubicBezTo>
                  <a:cubicBezTo>
                    <a:pt x="146" y="609"/>
                    <a:pt x="92" y="516"/>
                    <a:pt x="92" y="347"/>
                  </a:cubicBezTo>
                  <a:cubicBezTo>
                    <a:pt x="92" y="170"/>
                    <a:pt x="146" y="69"/>
                    <a:pt x="223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2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73748" y="2748758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65521" y="289206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16"/>
                    <a:pt x="223" y="616"/>
                  </a:cubicBezTo>
                  <a:cubicBezTo>
                    <a:pt x="146" y="616"/>
                    <a:pt x="92" y="516"/>
                    <a:pt x="92" y="347"/>
                  </a:cubicBezTo>
                  <a:cubicBezTo>
                    <a:pt x="92" y="170"/>
                    <a:pt x="146" y="69"/>
                    <a:pt x="223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2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73748" y="303812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65521" y="318143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16"/>
                    <a:pt x="223" y="616"/>
                  </a:cubicBezTo>
                  <a:cubicBezTo>
                    <a:pt x="146" y="616"/>
                    <a:pt x="92" y="516"/>
                    <a:pt x="92" y="347"/>
                  </a:cubicBezTo>
                  <a:cubicBezTo>
                    <a:pt x="92" y="170"/>
                    <a:pt x="146" y="69"/>
                    <a:pt x="223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3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5521" y="332653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3748" y="347258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8"/>
                  </a:lnTo>
                  <a:lnTo>
                    <a:pt x="23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65521" y="361590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65521" y="376016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3" y="609"/>
                  </a:cubicBezTo>
                  <a:cubicBezTo>
                    <a:pt x="146" y="609"/>
                    <a:pt x="92" y="516"/>
                    <a:pt x="92" y="347"/>
                  </a:cubicBezTo>
                  <a:cubicBezTo>
                    <a:pt x="92" y="170"/>
                    <a:pt x="146" y="69"/>
                    <a:pt x="223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3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65521" y="390526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73748" y="40513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73748" y="419558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7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73748" y="434068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65521" y="448399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40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16"/>
                    <a:pt x="0" y="340"/>
                  </a:cubicBezTo>
                  <a:cubicBezTo>
                    <a:pt x="8" y="555"/>
                    <a:pt x="92" y="679"/>
                    <a:pt x="223" y="679"/>
                  </a:cubicBezTo>
                  <a:cubicBezTo>
                    <a:pt x="362" y="679"/>
                    <a:pt x="447" y="555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73748" y="463004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65521" y="477336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40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16"/>
                    <a:pt x="0" y="340"/>
                  </a:cubicBezTo>
                  <a:cubicBezTo>
                    <a:pt x="8" y="555"/>
                    <a:pt x="92" y="679"/>
                    <a:pt x="223" y="679"/>
                  </a:cubicBezTo>
                  <a:cubicBezTo>
                    <a:pt x="362" y="679"/>
                    <a:pt x="447" y="555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73748" y="491941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65521" y="506272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40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16"/>
                    <a:pt x="0" y="340"/>
                  </a:cubicBezTo>
                  <a:cubicBezTo>
                    <a:pt x="8" y="555"/>
                    <a:pt x="92" y="679"/>
                    <a:pt x="223" y="679"/>
                  </a:cubicBezTo>
                  <a:cubicBezTo>
                    <a:pt x="362" y="679"/>
                    <a:pt x="447" y="555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104670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104670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104670" y="28957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096324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62"/>
                    <a:pt x="355" y="331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096324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24" y="610"/>
                  </a:cubicBezTo>
                  <a:cubicBezTo>
                    <a:pt x="140" y="610"/>
                    <a:pt x="86" y="517"/>
                    <a:pt x="86" y="348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104670" y="72308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096324" y="86639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7"/>
                    <a:pt x="224" y="617"/>
                  </a:cubicBezTo>
                  <a:cubicBezTo>
                    <a:pt x="140" y="617"/>
                    <a:pt x="86" y="517"/>
                    <a:pt x="86" y="348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104670" y="101244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096324" y="115575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24" y="610"/>
                  </a:cubicBezTo>
                  <a:cubicBezTo>
                    <a:pt x="140" y="610"/>
                    <a:pt x="86" y="517"/>
                    <a:pt x="86" y="348"/>
                  </a:cubicBezTo>
                  <a:cubicBezTo>
                    <a:pt x="86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096324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2"/>
                  </a:cubicBezTo>
                  <a:cubicBezTo>
                    <a:pt x="448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04670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04670" y="159117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104670" y="1736397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096324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62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2"/>
                  </a:cubicBezTo>
                  <a:cubicBezTo>
                    <a:pt x="448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104670" y="202576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104670" y="2170028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096324" y="231322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7"/>
                    <a:pt x="224" y="617"/>
                  </a:cubicBezTo>
                  <a:cubicBezTo>
                    <a:pt x="140" y="617"/>
                    <a:pt x="86" y="517"/>
                    <a:pt x="86" y="348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104670" y="245939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096324" y="260270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7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24" y="609"/>
                  </a:cubicBezTo>
                  <a:cubicBezTo>
                    <a:pt x="140" y="609"/>
                    <a:pt x="86" y="516"/>
                    <a:pt x="86" y="347"/>
                  </a:cubicBezTo>
                  <a:cubicBezTo>
                    <a:pt x="86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47"/>
                  </a:cubicBezTo>
                  <a:cubicBezTo>
                    <a:pt x="1" y="562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104670" y="2748758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096324" y="289206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7" y="69"/>
                    <a:pt x="355" y="170"/>
                    <a:pt x="355" y="339"/>
                  </a:cubicBezTo>
                  <a:cubicBezTo>
                    <a:pt x="355" y="509"/>
                    <a:pt x="309" y="616"/>
                    <a:pt x="224" y="616"/>
                  </a:cubicBezTo>
                  <a:cubicBezTo>
                    <a:pt x="140" y="616"/>
                    <a:pt x="86" y="516"/>
                    <a:pt x="86" y="347"/>
                  </a:cubicBezTo>
                  <a:cubicBezTo>
                    <a:pt x="86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47"/>
                  </a:cubicBezTo>
                  <a:cubicBezTo>
                    <a:pt x="1" y="562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104670" y="303812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096324" y="31814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7" y="69"/>
                    <a:pt x="355" y="170"/>
                    <a:pt x="355" y="339"/>
                  </a:cubicBezTo>
                  <a:cubicBezTo>
                    <a:pt x="355" y="509"/>
                    <a:pt x="309" y="616"/>
                    <a:pt x="224" y="616"/>
                  </a:cubicBezTo>
                  <a:cubicBezTo>
                    <a:pt x="140" y="616"/>
                    <a:pt x="86" y="516"/>
                    <a:pt x="86" y="347"/>
                  </a:cubicBezTo>
                  <a:cubicBezTo>
                    <a:pt x="86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47"/>
                  </a:cubicBezTo>
                  <a:cubicBezTo>
                    <a:pt x="1" y="563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096324" y="33265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2"/>
                  </a:cubicBezTo>
                  <a:cubicBezTo>
                    <a:pt x="448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04670" y="347258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8"/>
                  </a:lnTo>
                  <a:lnTo>
                    <a:pt x="16" y="139"/>
                  </a:lnTo>
                  <a:lnTo>
                    <a:pt x="131" y="78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096324" y="361590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2"/>
                  </a:cubicBezTo>
                  <a:cubicBezTo>
                    <a:pt x="448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096324" y="376016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7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24" y="609"/>
                  </a:cubicBezTo>
                  <a:cubicBezTo>
                    <a:pt x="140" y="609"/>
                    <a:pt x="86" y="516"/>
                    <a:pt x="86" y="347"/>
                  </a:cubicBezTo>
                  <a:cubicBezTo>
                    <a:pt x="86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47"/>
                  </a:cubicBezTo>
                  <a:cubicBezTo>
                    <a:pt x="1" y="563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096324" y="390526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2"/>
                  </a:cubicBezTo>
                  <a:cubicBezTo>
                    <a:pt x="448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04670" y="40513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39"/>
                  </a:lnTo>
                  <a:lnTo>
                    <a:pt x="131" y="78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04670" y="419558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04670" y="434068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39"/>
                  </a:lnTo>
                  <a:lnTo>
                    <a:pt x="131" y="78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096324" y="448399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40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16"/>
                    <a:pt x="1" y="340"/>
                  </a:cubicBezTo>
                  <a:cubicBezTo>
                    <a:pt x="1" y="555"/>
                    <a:pt x="93" y="679"/>
                    <a:pt x="217" y="679"/>
                  </a:cubicBezTo>
                  <a:cubicBezTo>
                    <a:pt x="363" y="679"/>
                    <a:pt x="448" y="555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04670" y="4630049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39"/>
                  </a:lnTo>
                  <a:lnTo>
                    <a:pt x="131" y="78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96324" y="477336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40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16"/>
                    <a:pt x="1" y="340"/>
                  </a:cubicBezTo>
                  <a:cubicBezTo>
                    <a:pt x="1" y="555"/>
                    <a:pt x="93" y="679"/>
                    <a:pt x="217" y="679"/>
                  </a:cubicBezTo>
                  <a:cubicBezTo>
                    <a:pt x="363" y="679"/>
                    <a:pt x="448" y="555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370012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70012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70012" y="28957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361785" y="432883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1"/>
                  </a:cubicBezTo>
                  <a:cubicBezTo>
                    <a:pt x="355" y="501"/>
                    <a:pt x="308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6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361785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8" y="610"/>
                    <a:pt x="216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6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370012" y="72308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361785" y="86639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8" y="617"/>
                    <a:pt x="216" y="617"/>
                  </a:cubicBezTo>
                  <a:cubicBezTo>
                    <a:pt x="139" y="617"/>
                    <a:pt x="85" y="517"/>
                    <a:pt x="85" y="348"/>
                  </a:cubicBezTo>
                  <a:cubicBezTo>
                    <a:pt x="85" y="170"/>
                    <a:pt x="146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370012" y="101244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361785" y="115575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8" y="610"/>
                    <a:pt x="216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63"/>
                    <a:pt x="146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361785" y="130097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8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6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370012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370012" y="159117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370012" y="1736397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361785" y="187970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2"/>
                  </a:cubicBezTo>
                  <a:cubicBezTo>
                    <a:pt x="355" y="501"/>
                    <a:pt x="308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6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70012" y="202576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370012" y="2170028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61785" y="231322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8" y="617"/>
                    <a:pt x="216" y="617"/>
                  </a:cubicBezTo>
                  <a:cubicBezTo>
                    <a:pt x="139" y="617"/>
                    <a:pt x="85" y="517"/>
                    <a:pt x="85" y="348"/>
                  </a:cubicBezTo>
                  <a:cubicBezTo>
                    <a:pt x="85" y="170"/>
                    <a:pt x="146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70012" y="245939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361785" y="260270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8" y="609"/>
                    <a:pt x="216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46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2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370012" y="2748758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61785" y="289206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8" y="616"/>
                    <a:pt x="216" y="616"/>
                  </a:cubicBezTo>
                  <a:cubicBezTo>
                    <a:pt x="139" y="616"/>
                    <a:pt x="85" y="516"/>
                    <a:pt x="85" y="347"/>
                  </a:cubicBezTo>
                  <a:cubicBezTo>
                    <a:pt x="85" y="170"/>
                    <a:pt x="146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2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370012" y="303812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361785" y="318143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8" y="616"/>
                    <a:pt x="216" y="616"/>
                  </a:cubicBezTo>
                  <a:cubicBezTo>
                    <a:pt x="139" y="616"/>
                    <a:pt x="85" y="516"/>
                    <a:pt x="85" y="347"/>
                  </a:cubicBezTo>
                  <a:cubicBezTo>
                    <a:pt x="85" y="170"/>
                    <a:pt x="146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361785" y="332653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8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6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370012" y="347258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8"/>
                  </a:lnTo>
                  <a:lnTo>
                    <a:pt x="16" y="139"/>
                  </a:lnTo>
                  <a:lnTo>
                    <a:pt x="131" y="78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361785" y="361590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8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6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361785" y="376016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8" y="609"/>
                    <a:pt x="216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46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361785" y="390526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8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6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370012" y="40513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39"/>
                  </a:lnTo>
                  <a:lnTo>
                    <a:pt x="131" y="78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370012" y="419558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370012" y="434068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39"/>
                  </a:lnTo>
                  <a:lnTo>
                    <a:pt x="131" y="78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8534126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8534126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8534126" y="28957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8525900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8525900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8534126" y="72308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8525900" y="86639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534126" y="101244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8525900" y="115575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8525900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8534126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8534126" y="159117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8534126" y="1736397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8525900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8534126" y="202576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8534126" y="2170028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8525900" y="231322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8534126" y="245939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8525900" y="260270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2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8534126" y="2748758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8525900" y="289206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16" y="616"/>
                    <a:pt x="224" y="616"/>
                  </a:cubicBezTo>
                  <a:cubicBezTo>
                    <a:pt x="139" y="616"/>
                    <a:pt x="85" y="516"/>
                    <a:pt x="85" y="347"/>
                  </a:cubicBezTo>
                  <a:cubicBezTo>
                    <a:pt x="85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2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8534126" y="303812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8525900" y="31814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16" y="616"/>
                    <a:pt x="224" y="616"/>
                  </a:cubicBezTo>
                  <a:cubicBezTo>
                    <a:pt x="139" y="616"/>
                    <a:pt x="85" y="516"/>
                    <a:pt x="85" y="347"/>
                  </a:cubicBezTo>
                  <a:cubicBezTo>
                    <a:pt x="85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8525900" y="33265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8534126" y="347258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8"/>
                  </a:lnTo>
                  <a:lnTo>
                    <a:pt x="16" y="139"/>
                  </a:lnTo>
                  <a:lnTo>
                    <a:pt x="132" y="78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8525900" y="361590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8525900" y="376016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8525900" y="390526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8534126" y="40513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39"/>
                  </a:lnTo>
                  <a:lnTo>
                    <a:pt x="132" y="78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8534126" y="419558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8534126" y="434068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39"/>
                  </a:lnTo>
                  <a:lnTo>
                    <a:pt x="132" y="78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8525900" y="448399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40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16"/>
                    <a:pt x="0" y="340"/>
                  </a:cubicBezTo>
                  <a:cubicBezTo>
                    <a:pt x="0" y="555"/>
                    <a:pt x="85" y="679"/>
                    <a:pt x="216" y="679"/>
                  </a:cubicBezTo>
                  <a:cubicBezTo>
                    <a:pt x="362" y="679"/>
                    <a:pt x="447" y="555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8534126" y="4630049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39"/>
                  </a:lnTo>
                  <a:lnTo>
                    <a:pt x="132" y="78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8525900" y="477336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40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16"/>
                    <a:pt x="0" y="340"/>
                  </a:cubicBezTo>
                  <a:cubicBezTo>
                    <a:pt x="0" y="555"/>
                    <a:pt x="85" y="679"/>
                    <a:pt x="216" y="679"/>
                  </a:cubicBezTo>
                  <a:cubicBezTo>
                    <a:pt x="362" y="679"/>
                    <a:pt x="447" y="555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8534126" y="491941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39"/>
                  </a:lnTo>
                  <a:lnTo>
                    <a:pt x="132" y="78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8525900" y="506272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40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16"/>
                    <a:pt x="0" y="340"/>
                  </a:cubicBezTo>
                  <a:cubicBezTo>
                    <a:pt x="0" y="555"/>
                    <a:pt x="85" y="679"/>
                    <a:pt x="216" y="679"/>
                  </a:cubicBezTo>
                  <a:cubicBezTo>
                    <a:pt x="362" y="679"/>
                    <a:pt x="447" y="555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635354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635354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635354" y="28957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627127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627127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0"/>
                    <a:pt x="224" y="610"/>
                  </a:cubicBezTo>
                  <a:cubicBezTo>
                    <a:pt x="139" y="610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93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635354" y="72308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627127" y="86639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93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635354" y="101244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627127" y="115575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0"/>
                    <a:pt x="224" y="610"/>
                  </a:cubicBezTo>
                  <a:cubicBezTo>
                    <a:pt x="139" y="610"/>
                    <a:pt x="93" y="517"/>
                    <a:pt x="93" y="348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93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627127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635354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635354" y="159117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635354" y="1736397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627127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635354" y="202576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635354" y="2170028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627127" y="231322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93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635354" y="245939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627127" y="260270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2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635354" y="2748758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627127" y="289206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16" y="616"/>
                    <a:pt x="224" y="616"/>
                  </a:cubicBezTo>
                  <a:cubicBezTo>
                    <a:pt x="139" y="616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2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635354" y="303812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627127" y="31814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16" y="616"/>
                    <a:pt x="224" y="616"/>
                  </a:cubicBezTo>
                  <a:cubicBezTo>
                    <a:pt x="139" y="616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3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627127" y="33265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635354" y="347258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0"/>
                  </a:moveTo>
                  <a:lnTo>
                    <a:pt x="1" y="78"/>
                  </a:lnTo>
                  <a:lnTo>
                    <a:pt x="16" y="139"/>
                  </a:lnTo>
                  <a:lnTo>
                    <a:pt x="132" y="78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627127" y="361590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627127" y="376016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93" y="0"/>
                    <a:pt x="0" y="123"/>
                    <a:pt x="0" y="347"/>
                  </a:cubicBezTo>
                  <a:cubicBezTo>
                    <a:pt x="0" y="563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627127" y="390526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635354" y="40513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39"/>
                  </a:lnTo>
                  <a:lnTo>
                    <a:pt x="132" y="78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6677090" y="206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6677090" y="144353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6677090" y="289572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6668744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62"/>
                    <a:pt x="355" y="331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6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6668744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24" y="610"/>
                  </a:cubicBezTo>
                  <a:cubicBezTo>
                    <a:pt x="140" y="610"/>
                    <a:pt x="86" y="517"/>
                    <a:pt x="86" y="348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86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6677090" y="723083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7738816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7738816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7738816" y="28957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7730589" y="432883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7730589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7738816" y="72308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7730589" y="86639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7738816" y="101244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7730589" y="115575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7730589" y="130097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7738816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7738816" y="159117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7738816" y="1736397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7730589" y="187970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62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7738816" y="202576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7738816" y="2170028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7730589" y="231322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7738816" y="245939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7730589" y="260270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2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7738816" y="2748758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7730589" y="289206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16"/>
                    <a:pt x="224" y="616"/>
                  </a:cubicBezTo>
                  <a:cubicBezTo>
                    <a:pt x="147" y="616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2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7738816" y="303812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7730589" y="318143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16"/>
                    <a:pt x="224" y="616"/>
                  </a:cubicBezTo>
                  <a:cubicBezTo>
                    <a:pt x="147" y="616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7730589" y="332653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7738816" y="347258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8"/>
                  </a:lnTo>
                  <a:lnTo>
                    <a:pt x="24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7730589" y="361590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7730589" y="376016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7730589" y="390526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7738816" y="40513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7738816" y="419558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47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7738816" y="434068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8799588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8799588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8799588" y="28957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8791361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62"/>
                    <a:pt x="363" y="331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8791361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40"/>
                  </a:cubicBezTo>
                  <a:cubicBezTo>
                    <a:pt x="363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8799588" y="72308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8791361" y="86639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40"/>
                  </a:cubicBezTo>
                  <a:cubicBezTo>
                    <a:pt x="363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8799588" y="101244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8791361" y="115575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40"/>
                  </a:cubicBezTo>
                  <a:cubicBezTo>
                    <a:pt x="363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8791361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8799588" y="144703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8799588" y="159117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8799588" y="1736397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8791361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62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8799588" y="202576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8799588" y="2170028"/>
              <a:ext cx="26826" cy="78094"/>
            </a:xfrm>
            <a:custGeom>
              <a:avLst/>
              <a:gdLst/>
              <a:ahLst/>
              <a:cxnLst/>
              <a:rect l="l" t="t" r="r" b="b"/>
              <a:pathLst>
                <a:path w="225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46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8791361" y="231322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40"/>
                  </a:cubicBezTo>
                  <a:cubicBezTo>
                    <a:pt x="363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8799588" y="2459393"/>
              <a:ext cx="26826" cy="78094"/>
            </a:xfrm>
            <a:custGeom>
              <a:avLst/>
              <a:gdLst/>
              <a:ahLst/>
              <a:cxnLst/>
              <a:rect l="l" t="t" r="r" b="b"/>
              <a:pathLst>
                <a:path w="225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46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8791361" y="260270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3" y="170"/>
                    <a:pt x="363" y="339"/>
                  </a:cubicBezTo>
                  <a:cubicBezTo>
                    <a:pt x="363" y="509"/>
                    <a:pt x="316" y="609"/>
                    <a:pt x="224" y="609"/>
                  </a:cubicBezTo>
                  <a:cubicBezTo>
                    <a:pt x="147" y="609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2" y="0"/>
                  </a:moveTo>
                  <a:cubicBezTo>
                    <a:pt x="101" y="0"/>
                    <a:pt x="0" y="123"/>
                    <a:pt x="0" y="347"/>
                  </a:cubicBezTo>
                  <a:cubicBezTo>
                    <a:pt x="8" y="562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8799588" y="2748758"/>
              <a:ext cx="26826" cy="78094"/>
            </a:xfrm>
            <a:custGeom>
              <a:avLst/>
              <a:gdLst/>
              <a:ahLst/>
              <a:cxnLst/>
              <a:rect l="l" t="t" r="r" b="b"/>
              <a:pathLst>
                <a:path w="225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46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8791361" y="289206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3" y="170"/>
                    <a:pt x="363" y="339"/>
                  </a:cubicBezTo>
                  <a:cubicBezTo>
                    <a:pt x="363" y="509"/>
                    <a:pt x="316" y="616"/>
                    <a:pt x="224" y="616"/>
                  </a:cubicBezTo>
                  <a:cubicBezTo>
                    <a:pt x="147" y="616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2" y="0"/>
                  </a:moveTo>
                  <a:cubicBezTo>
                    <a:pt x="101" y="0"/>
                    <a:pt x="0" y="123"/>
                    <a:pt x="0" y="347"/>
                  </a:cubicBezTo>
                  <a:cubicBezTo>
                    <a:pt x="8" y="562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8799588" y="3038123"/>
              <a:ext cx="26826" cy="78094"/>
            </a:xfrm>
            <a:custGeom>
              <a:avLst/>
              <a:gdLst/>
              <a:ahLst/>
              <a:cxnLst/>
              <a:rect l="l" t="t" r="r" b="b"/>
              <a:pathLst>
                <a:path w="225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46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8791361" y="31814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3" y="170"/>
                    <a:pt x="363" y="339"/>
                  </a:cubicBezTo>
                  <a:cubicBezTo>
                    <a:pt x="363" y="509"/>
                    <a:pt x="316" y="616"/>
                    <a:pt x="224" y="616"/>
                  </a:cubicBezTo>
                  <a:cubicBezTo>
                    <a:pt x="147" y="616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2" y="0"/>
                  </a:moveTo>
                  <a:cubicBezTo>
                    <a:pt x="101" y="0"/>
                    <a:pt x="0" y="123"/>
                    <a:pt x="0" y="347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8791361" y="33265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8799588" y="347258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8"/>
                  </a:lnTo>
                  <a:lnTo>
                    <a:pt x="24" y="139"/>
                  </a:lnTo>
                  <a:lnTo>
                    <a:pt x="132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8791361" y="361590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8791361" y="376016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3" y="170"/>
                    <a:pt x="363" y="339"/>
                  </a:cubicBezTo>
                  <a:cubicBezTo>
                    <a:pt x="363" y="509"/>
                    <a:pt x="316" y="609"/>
                    <a:pt x="224" y="609"/>
                  </a:cubicBezTo>
                  <a:cubicBezTo>
                    <a:pt x="147" y="609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2" y="0"/>
                  </a:moveTo>
                  <a:cubicBezTo>
                    <a:pt x="101" y="0"/>
                    <a:pt x="0" y="123"/>
                    <a:pt x="0" y="347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8791361" y="390526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8799588" y="405131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39"/>
                  </a:lnTo>
                  <a:lnTo>
                    <a:pt x="132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8799588" y="4195584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8799588" y="4340684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39"/>
                  </a:lnTo>
                  <a:lnTo>
                    <a:pt x="132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8791361" y="448399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40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16"/>
                    <a:pt x="0" y="340"/>
                  </a:cubicBezTo>
                  <a:cubicBezTo>
                    <a:pt x="8" y="555"/>
                    <a:pt x="93" y="679"/>
                    <a:pt x="224" y="679"/>
                  </a:cubicBezTo>
                  <a:cubicBezTo>
                    <a:pt x="370" y="679"/>
                    <a:pt x="447" y="555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8799588" y="4630049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39"/>
                  </a:lnTo>
                  <a:lnTo>
                    <a:pt x="132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8791361" y="477336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40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16"/>
                    <a:pt x="0" y="340"/>
                  </a:cubicBezTo>
                  <a:cubicBezTo>
                    <a:pt x="8" y="555"/>
                    <a:pt x="93" y="679"/>
                    <a:pt x="224" y="679"/>
                  </a:cubicBezTo>
                  <a:cubicBezTo>
                    <a:pt x="370" y="679"/>
                    <a:pt x="447" y="555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8799588" y="4919414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39"/>
                  </a:lnTo>
                  <a:lnTo>
                    <a:pt x="132" y="78"/>
                  </a:lnTo>
                  <a:lnTo>
                    <a:pt x="139" y="78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8791361" y="506272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40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16"/>
                    <a:pt x="0" y="340"/>
                  </a:cubicBezTo>
                  <a:cubicBezTo>
                    <a:pt x="8" y="555"/>
                    <a:pt x="93" y="679"/>
                    <a:pt x="224" y="679"/>
                  </a:cubicBezTo>
                  <a:cubicBezTo>
                    <a:pt x="370" y="679"/>
                    <a:pt x="447" y="555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9" name="Google Shape;249;p2"/>
            <p:cNvGrpSpPr/>
            <p:nvPr/>
          </p:nvGrpSpPr>
          <p:grpSpPr>
            <a:xfrm>
              <a:off x="34718" y="206"/>
              <a:ext cx="53295" cy="4852321"/>
              <a:chOff x="62135" y="206"/>
              <a:chExt cx="53295" cy="4852321"/>
            </a:xfrm>
          </p:grpSpPr>
          <p:sp>
            <p:nvSpPr>
              <p:cNvPr id="250" name="Google Shape;250;p2"/>
              <p:cNvSpPr/>
              <p:nvPr/>
            </p:nvSpPr>
            <p:spPr>
              <a:xfrm>
                <a:off x="70362" y="206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70362" y="1443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70362" y="288618"/>
                <a:ext cx="26707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64" extrusionOk="0">
                    <a:moveTo>
                      <a:pt x="147" y="0"/>
                    </a:moveTo>
                    <a:lnTo>
                      <a:pt x="0" y="85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63"/>
                    </a:lnTo>
                    <a:lnTo>
                      <a:pt x="224" y="663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70362" y="43371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62135" y="57702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7"/>
                      <a:pt x="93" y="347"/>
                    </a:cubicBezTo>
                    <a:cubicBezTo>
                      <a:pt x="93" y="163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62135" y="722248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2"/>
                    </a:moveTo>
                    <a:cubicBezTo>
                      <a:pt x="316" y="62"/>
                      <a:pt x="362" y="162"/>
                      <a:pt x="362" y="331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62"/>
                      <a:pt x="224" y="62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70362" y="86830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62135" y="1010660"/>
                <a:ext cx="53295" cy="8190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87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9"/>
                    </a:cubicBezTo>
                    <a:cubicBezTo>
                      <a:pt x="362" y="509"/>
                      <a:pt x="316" y="617"/>
                      <a:pt x="224" y="617"/>
                    </a:cubicBezTo>
                    <a:cubicBezTo>
                      <a:pt x="146" y="617"/>
                      <a:pt x="93" y="517"/>
                      <a:pt x="93" y="347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4"/>
                      <a:pt x="0" y="347"/>
                    </a:cubicBezTo>
                    <a:cubicBezTo>
                      <a:pt x="8" y="563"/>
                      <a:pt x="93" y="686"/>
                      <a:pt x="224" y="686"/>
                    </a:cubicBezTo>
                    <a:cubicBezTo>
                      <a:pt x="362" y="686"/>
                      <a:pt x="447" y="563"/>
                      <a:pt x="447" y="339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70362" y="1156713"/>
                <a:ext cx="26707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64" extrusionOk="0">
                    <a:moveTo>
                      <a:pt x="147" y="1"/>
                    </a:moveTo>
                    <a:lnTo>
                      <a:pt x="0" y="85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63"/>
                    </a:lnTo>
                    <a:lnTo>
                      <a:pt x="224" y="663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62135" y="130097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1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70362" y="144703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62135" y="1590344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70362" y="1736397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62135" y="187970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2"/>
                    </a:moveTo>
                    <a:cubicBezTo>
                      <a:pt x="316" y="62"/>
                      <a:pt x="362" y="162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62"/>
                      <a:pt x="224" y="62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70362" y="202576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70362" y="216990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62135" y="231322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0"/>
                      <a:pt x="224" y="610"/>
                    </a:cubicBezTo>
                    <a:cubicBezTo>
                      <a:pt x="146" y="610"/>
                      <a:pt x="93" y="517"/>
                      <a:pt x="93" y="348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62135" y="245843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70362" y="260449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62135" y="2747804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"/>
              <p:cNvSpPr/>
              <p:nvPr/>
            </p:nvSpPr>
            <p:spPr>
              <a:xfrm>
                <a:off x="70362" y="289385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"/>
              <p:cNvSpPr/>
              <p:nvPr/>
            </p:nvSpPr>
            <p:spPr>
              <a:xfrm>
                <a:off x="70362" y="303812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"/>
              <p:cNvSpPr/>
              <p:nvPr/>
            </p:nvSpPr>
            <p:spPr>
              <a:xfrm>
                <a:off x="62135" y="3181315"/>
                <a:ext cx="53295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80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10"/>
                      <a:pt x="316" y="610"/>
                      <a:pt x="224" y="610"/>
                    </a:cubicBezTo>
                    <a:cubicBezTo>
                      <a:pt x="146" y="610"/>
                      <a:pt x="93" y="517"/>
                      <a:pt x="93" y="348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"/>
              <p:cNvSpPr/>
              <p:nvPr/>
            </p:nvSpPr>
            <p:spPr>
              <a:xfrm>
                <a:off x="62135" y="332653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"/>
              <p:cNvSpPr/>
              <p:nvPr/>
            </p:nvSpPr>
            <p:spPr>
              <a:xfrm>
                <a:off x="62135" y="347080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62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2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"/>
              <p:cNvSpPr/>
              <p:nvPr/>
            </p:nvSpPr>
            <p:spPr>
              <a:xfrm>
                <a:off x="70362" y="361685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70362" y="37619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70362" y="390621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62135" y="404953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62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70362" y="419558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62135" y="433889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70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70362" y="448494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62135" y="462826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70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70362" y="477431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4" name="Google Shape;284;p2"/>
            <p:cNvSpPr/>
            <p:nvPr/>
          </p:nvSpPr>
          <p:spPr>
            <a:xfrm>
              <a:off x="308286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308286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308286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308286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300060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85" y="679"/>
                    <a:pt x="216" y="679"/>
                  </a:cubicBezTo>
                  <a:cubicBezTo>
                    <a:pt x="363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300060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308286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300060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09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24"/>
                    <a:pt x="1" y="347"/>
                  </a:cubicBezTo>
                  <a:cubicBezTo>
                    <a:pt x="1" y="563"/>
                    <a:pt x="85" y="686"/>
                    <a:pt x="216" y="686"/>
                  </a:cubicBezTo>
                  <a:cubicBezTo>
                    <a:pt x="363" y="686"/>
                    <a:pt x="447" y="563"/>
                    <a:pt x="447" y="339"/>
                  </a:cubicBezTo>
                  <a:cubicBezTo>
                    <a:pt x="447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308286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300060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308286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300060" y="159034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2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308286" y="1736397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300060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308286" y="202576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308286" y="2169909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300060" y="231322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85" y="679"/>
                    <a:pt x="216" y="679"/>
                  </a:cubicBezTo>
                  <a:cubicBezTo>
                    <a:pt x="363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300060" y="245843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308286" y="260449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300060" y="274780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308286" y="289385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308286" y="303812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300060" y="3181315"/>
              <a:ext cx="53414" cy="81075"/>
            </a:xfrm>
            <a:custGeom>
              <a:avLst/>
              <a:gdLst/>
              <a:ahLst/>
              <a:cxnLst/>
              <a:rect l="l" t="t" r="r" b="b"/>
              <a:pathLst>
                <a:path w="448" h="680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10"/>
                    <a:pt x="309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85" y="679"/>
                    <a:pt x="216" y="679"/>
                  </a:cubicBezTo>
                  <a:cubicBezTo>
                    <a:pt x="363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300060" y="33265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00060" y="347080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62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39"/>
                  </a:cubicBezTo>
                  <a:cubicBezTo>
                    <a:pt x="1" y="562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308286" y="361685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308286" y="37619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308286" y="3906219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300060" y="404953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62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39"/>
                  </a:cubicBezTo>
                  <a:cubicBezTo>
                    <a:pt x="1" y="563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308286" y="419558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300060" y="433889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39"/>
                  </a:cubicBezTo>
                  <a:cubicBezTo>
                    <a:pt x="1" y="563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308286" y="4484949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300060" y="462826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39"/>
                  </a:cubicBezTo>
                  <a:cubicBezTo>
                    <a:pt x="1" y="563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308286" y="477431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1900815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1900815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1900815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1900815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1892589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1892589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1900815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166277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166277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166277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166277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158050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85" y="679"/>
                    <a:pt x="216" y="679"/>
                  </a:cubicBezTo>
                  <a:cubicBezTo>
                    <a:pt x="363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158050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31857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31857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31857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1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31857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23511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17" y="609"/>
                    <a:pt x="224" y="609"/>
                  </a:cubicBezTo>
                  <a:cubicBezTo>
                    <a:pt x="140" y="609"/>
                    <a:pt x="86" y="517"/>
                    <a:pt x="86" y="347"/>
                  </a:cubicBezTo>
                  <a:cubicBezTo>
                    <a:pt x="86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23511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7" y="62"/>
                    <a:pt x="355" y="162"/>
                    <a:pt x="355" y="331"/>
                  </a:cubicBezTo>
                  <a:cubicBezTo>
                    <a:pt x="355" y="501"/>
                    <a:pt x="317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62"/>
                    <a:pt x="224" y="62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839090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839090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839090" y="288618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839090" y="43371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830863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7"/>
                    <a:pt x="93" y="347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1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830863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839090" y="86830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830863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9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7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24"/>
                    <a:pt x="0" y="347"/>
                  </a:cubicBezTo>
                  <a:cubicBezTo>
                    <a:pt x="8" y="563"/>
                    <a:pt x="93" y="686"/>
                    <a:pt x="224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839090" y="1156713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830863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839090" y="144703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830863" y="159034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839090" y="1736397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830863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839090" y="202576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839090" y="2169909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830863" y="231322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1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830863" y="245843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839090" y="260449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830863" y="274780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839090" y="289385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839090" y="3038123"/>
              <a:ext cx="26826" cy="78094"/>
            </a:xfrm>
            <a:custGeom>
              <a:avLst/>
              <a:gdLst/>
              <a:ahLst/>
              <a:cxnLst/>
              <a:rect l="l" t="t" r="r" b="b"/>
              <a:pathLst>
                <a:path w="225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830863" y="3181315"/>
              <a:ext cx="53414" cy="81075"/>
            </a:xfrm>
            <a:custGeom>
              <a:avLst/>
              <a:gdLst/>
              <a:ahLst/>
              <a:cxnLst/>
              <a:rect l="l" t="t" r="r" b="b"/>
              <a:pathLst>
                <a:path w="448" h="680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10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1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830863" y="33265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830863" y="347080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16"/>
                    <a:pt x="93" y="347"/>
                  </a:cubicBezTo>
                  <a:cubicBezTo>
                    <a:pt x="93" y="162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1" y="0"/>
                    <a:pt x="0" y="123"/>
                    <a:pt x="0" y="339"/>
                  </a:cubicBezTo>
                  <a:cubicBezTo>
                    <a:pt x="8" y="562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839090" y="3616853"/>
              <a:ext cx="26826" cy="78094"/>
            </a:xfrm>
            <a:custGeom>
              <a:avLst/>
              <a:gdLst/>
              <a:ahLst/>
              <a:cxnLst/>
              <a:rect l="l" t="t" r="r" b="b"/>
              <a:pathLst>
                <a:path w="225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839090" y="37619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839090" y="3906219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830863" y="404953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6"/>
                    <a:pt x="93" y="347"/>
                  </a:cubicBezTo>
                  <a:cubicBezTo>
                    <a:pt x="93" y="162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1" y="0"/>
                    <a:pt x="0" y="123"/>
                    <a:pt x="0" y="339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839090" y="4195584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830863" y="433889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1" y="0"/>
                    <a:pt x="0" y="123"/>
                    <a:pt x="0" y="339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839090" y="4484949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830863" y="462826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1" y="0"/>
                    <a:pt x="0" y="123"/>
                    <a:pt x="0" y="339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839090" y="4774314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962660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962660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962660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962660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954433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6" y="609"/>
                    <a:pt x="93" y="517"/>
                    <a:pt x="93" y="347"/>
                  </a:cubicBezTo>
                  <a:cubicBezTo>
                    <a:pt x="93" y="163"/>
                    <a:pt x="146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3492509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3492509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3492509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3492509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5615245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5615245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5615245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5615245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6146049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6146049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6146049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6146049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7208013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7208013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7208013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1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7208013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7199667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17" y="609"/>
                    <a:pt x="224" y="609"/>
                  </a:cubicBezTo>
                  <a:cubicBezTo>
                    <a:pt x="140" y="609"/>
                    <a:pt x="86" y="517"/>
                    <a:pt x="86" y="347"/>
                  </a:cubicBezTo>
                  <a:cubicBezTo>
                    <a:pt x="86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7199667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7" y="62"/>
                    <a:pt x="355" y="162"/>
                    <a:pt x="355" y="331"/>
                  </a:cubicBezTo>
                  <a:cubicBezTo>
                    <a:pt x="355" y="501"/>
                    <a:pt x="317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62"/>
                    <a:pt x="224" y="62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7208013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8004158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8004158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8004158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8004158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7995931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7995931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8004158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7995931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8004158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7995931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8004158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7995931" y="159034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8004158" y="1736397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7995931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8004158" y="202576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8004158" y="2169909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7995931" y="231322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7995931" y="245843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8004158" y="260449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7995931" y="274780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8004158" y="289385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8004158" y="303812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7995931" y="3181315"/>
              <a:ext cx="53414" cy="81075"/>
            </a:xfrm>
            <a:custGeom>
              <a:avLst/>
              <a:gdLst/>
              <a:ahLst/>
              <a:cxnLst/>
              <a:rect l="l" t="t" r="r" b="b"/>
              <a:pathLst>
                <a:path w="448" h="680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10"/>
                    <a:pt x="316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7995931" y="33265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7995931" y="347080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62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2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8004158" y="361685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8004158" y="37619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8004158" y="3906219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7995931" y="404953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62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8004158" y="419558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7995931" y="433889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8004158" y="4484949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7995931" y="462826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8004158" y="477431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9064214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9064214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9064214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9064214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9056822" y="57702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9056822" y="722248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9064214" y="86830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9056822" y="1010660"/>
              <a:ext cx="52460" cy="81909"/>
            </a:xfrm>
            <a:custGeom>
              <a:avLst/>
              <a:gdLst/>
              <a:ahLst/>
              <a:cxnLst/>
              <a:rect l="l" t="t" r="r" b="b"/>
              <a:pathLst>
                <a:path w="440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09" y="617"/>
                    <a:pt x="216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3" y="686"/>
                    <a:pt x="440" y="563"/>
                    <a:pt x="440" y="339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9064214" y="1156713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1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9056822" y="130097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9064214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9056822" y="1590344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9064214" y="1736397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9056822" y="187970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9064214" y="202576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9064214" y="216990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9056822" y="2313220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16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9056822" y="245843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9064214" y="260449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9056822" y="2747804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9064214" y="289385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9064214" y="303812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9056822" y="3181315"/>
              <a:ext cx="52460" cy="81075"/>
            </a:xfrm>
            <a:custGeom>
              <a:avLst/>
              <a:gdLst/>
              <a:ahLst/>
              <a:cxnLst/>
              <a:rect l="l" t="t" r="r" b="b"/>
              <a:pathLst>
                <a:path w="440" h="680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10"/>
                    <a:pt x="309" y="610"/>
                    <a:pt x="216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9056822" y="3326535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9056822" y="3470800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62"/>
                    <a:pt x="139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2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9064214" y="361685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9064214" y="37619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9064214" y="390621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9056822" y="4049530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62"/>
                    <a:pt x="139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9064214" y="419558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9056822" y="4338895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39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9064214" y="448494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9056822" y="4628260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39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9064214" y="477431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6942432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6942432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6942432" y="28957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6934205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6934205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6942432" y="72308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5880707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5880707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5880707" y="28957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5872480" y="432883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7473355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7473355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7473355" y="28957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7465128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62"/>
                    <a:pt x="363" y="331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7465128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40"/>
                  </a:cubicBezTo>
                  <a:cubicBezTo>
                    <a:pt x="363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7473355" y="72308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7465128" y="86639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40"/>
                  </a:cubicBezTo>
                  <a:cubicBezTo>
                    <a:pt x="363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7473355" y="101244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7465128" y="115575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40"/>
                  </a:cubicBezTo>
                  <a:cubicBezTo>
                    <a:pt x="363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7465128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7473355" y="144703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7473355" y="159117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7473355" y="1736397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7465128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62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7473355" y="202576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7473355" y="2170028"/>
              <a:ext cx="26826" cy="78094"/>
            </a:xfrm>
            <a:custGeom>
              <a:avLst/>
              <a:gdLst/>
              <a:ahLst/>
              <a:cxnLst/>
              <a:rect l="l" t="t" r="r" b="b"/>
              <a:pathLst>
                <a:path w="225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46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7465128" y="231322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40"/>
                  </a:cubicBezTo>
                  <a:cubicBezTo>
                    <a:pt x="363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7473355" y="2459393"/>
              <a:ext cx="26826" cy="78094"/>
            </a:xfrm>
            <a:custGeom>
              <a:avLst/>
              <a:gdLst/>
              <a:ahLst/>
              <a:cxnLst/>
              <a:rect l="l" t="t" r="r" b="b"/>
              <a:pathLst>
                <a:path w="225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46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7465128" y="260270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3" y="170"/>
                    <a:pt x="363" y="339"/>
                  </a:cubicBezTo>
                  <a:cubicBezTo>
                    <a:pt x="363" y="509"/>
                    <a:pt x="316" y="609"/>
                    <a:pt x="224" y="609"/>
                  </a:cubicBezTo>
                  <a:cubicBezTo>
                    <a:pt x="147" y="609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2" y="0"/>
                  </a:moveTo>
                  <a:cubicBezTo>
                    <a:pt x="101" y="0"/>
                    <a:pt x="0" y="123"/>
                    <a:pt x="0" y="347"/>
                  </a:cubicBezTo>
                  <a:cubicBezTo>
                    <a:pt x="8" y="562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7473355" y="2748758"/>
              <a:ext cx="26826" cy="78094"/>
            </a:xfrm>
            <a:custGeom>
              <a:avLst/>
              <a:gdLst/>
              <a:ahLst/>
              <a:cxnLst/>
              <a:rect l="l" t="t" r="r" b="b"/>
              <a:pathLst>
                <a:path w="225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46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7465128" y="289206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3" y="170"/>
                    <a:pt x="363" y="339"/>
                  </a:cubicBezTo>
                  <a:cubicBezTo>
                    <a:pt x="363" y="509"/>
                    <a:pt x="316" y="616"/>
                    <a:pt x="224" y="616"/>
                  </a:cubicBezTo>
                  <a:cubicBezTo>
                    <a:pt x="147" y="616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2" y="0"/>
                  </a:moveTo>
                  <a:cubicBezTo>
                    <a:pt x="101" y="0"/>
                    <a:pt x="0" y="123"/>
                    <a:pt x="0" y="347"/>
                  </a:cubicBezTo>
                  <a:cubicBezTo>
                    <a:pt x="8" y="562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7473355" y="3038123"/>
              <a:ext cx="26826" cy="78094"/>
            </a:xfrm>
            <a:custGeom>
              <a:avLst/>
              <a:gdLst/>
              <a:ahLst/>
              <a:cxnLst/>
              <a:rect l="l" t="t" r="r" b="b"/>
              <a:pathLst>
                <a:path w="225" h="655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46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7465128" y="31814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3" y="170"/>
                    <a:pt x="363" y="339"/>
                  </a:cubicBezTo>
                  <a:cubicBezTo>
                    <a:pt x="363" y="509"/>
                    <a:pt x="316" y="616"/>
                    <a:pt x="224" y="616"/>
                  </a:cubicBezTo>
                  <a:cubicBezTo>
                    <a:pt x="147" y="616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2" y="0"/>
                  </a:moveTo>
                  <a:cubicBezTo>
                    <a:pt x="101" y="0"/>
                    <a:pt x="0" y="123"/>
                    <a:pt x="0" y="347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7465128" y="33265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7473355" y="347258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8"/>
                  </a:lnTo>
                  <a:lnTo>
                    <a:pt x="24" y="139"/>
                  </a:lnTo>
                  <a:lnTo>
                    <a:pt x="132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7465128" y="361590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7465128" y="376016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63" y="170"/>
                    <a:pt x="363" y="339"/>
                  </a:cubicBezTo>
                  <a:cubicBezTo>
                    <a:pt x="363" y="509"/>
                    <a:pt x="316" y="609"/>
                    <a:pt x="224" y="609"/>
                  </a:cubicBezTo>
                  <a:cubicBezTo>
                    <a:pt x="147" y="609"/>
                    <a:pt x="93" y="516"/>
                    <a:pt x="93" y="347"/>
                  </a:cubicBezTo>
                  <a:cubicBezTo>
                    <a:pt x="93" y="170"/>
                    <a:pt x="147" y="69"/>
                    <a:pt x="224" y="69"/>
                  </a:cubicBezTo>
                  <a:close/>
                  <a:moveTo>
                    <a:pt x="232" y="0"/>
                  </a:moveTo>
                  <a:cubicBezTo>
                    <a:pt x="101" y="0"/>
                    <a:pt x="0" y="123"/>
                    <a:pt x="0" y="347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7465128" y="390526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7473355" y="405131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39"/>
                  </a:lnTo>
                  <a:lnTo>
                    <a:pt x="132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3227168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3227168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3227168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3227168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6411510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6411510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6411510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6411510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6403283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6403283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8268784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8268784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8268784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8268784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8261392" y="57702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8261392" y="722248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8268784" y="86830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8261392" y="1010660"/>
              <a:ext cx="52460" cy="81909"/>
            </a:xfrm>
            <a:custGeom>
              <a:avLst/>
              <a:gdLst/>
              <a:ahLst/>
              <a:cxnLst/>
              <a:rect l="l" t="t" r="r" b="b"/>
              <a:pathLst>
                <a:path w="440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09" y="617"/>
                    <a:pt x="216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3" y="686"/>
                    <a:pt x="440" y="563"/>
                    <a:pt x="440" y="339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8268784" y="1156713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1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8261392" y="130097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8268784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8261392" y="1590344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8268784" y="1736397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8261392" y="187970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"/>
            <p:cNvSpPr/>
            <p:nvPr/>
          </p:nvSpPr>
          <p:spPr>
            <a:xfrm>
              <a:off x="8268784" y="202576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"/>
            <p:cNvSpPr/>
            <p:nvPr/>
          </p:nvSpPr>
          <p:spPr>
            <a:xfrm>
              <a:off x="8268784" y="216990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"/>
            <p:cNvSpPr/>
            <p:nvPr/>
          </p:nvSpPr>
          <p:spPr>
            <a:xfrm>
              <a:off x="8261392" y="2313220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16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"/>
            <p:cNvSpPr/>
            <p:nvPr/>
          </p:nvSpPr>
          <p:spPr>
            <a:xfrm>
              <a:off x="8261392" y="245843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"/>
            <p:cNvSpPr/>
            <p:nvPr/>
          </p:nvSpPr>
          <p:spPr>
            <a:xfrm>
              <a:off x="8268784" y="260449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"/>
            <p:cNvSpPr/>
            <p:nvPr/>
          </p:nvSpPr>
          <p:spPr>
            <a:xfrm>
              <a:off x="8261392" y="2747804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"/>
            <p:cNvSpPr/>
            <p:nvPr/>
          </p:nvSpPr>
          <p:spPr>
            <a:xfrm>
              <a:off x="8268784" y="289385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"/>
            <p:cNvSpPr/>
            <p:nvPr/>
          </p:nvSpPr>
          <p:spPr>
            <a:xfrm>
              <a:off x="8268784" y="303812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"/>
            <p:cNvSpPr/>
            <p:nvPr/>
          </p:nvSpPr>
          <p:spPr>
            <a:xfrm>
              <a:off x="8261392" y="3181315"/>
              <a:ext cx="52460" cy="81075"/>
            </a:xfrm>
            <a:custGeom>
              <a:avLst/>
              <a:gdLst/>
              <a:ahLst/>
              <a:cxnLst/>
              <a:rect l="l" t="t" r="r" b="b"/>
              <a:pathLst>
                <a:path w="440" h="680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10"/>
                    <a:pt x="309" y="610"/>
                    <a:pt x="216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"/>
            <p:cNvSpPr/>
            <p:nvPr/>
          </p:nvSpPr>
          <p:spPr>
            <a:xfrm>
              <a:off x="8261392" y="3326535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"/>
            <p:cNvSpPr/>
            <p:nvPr/>
          </p:nvSpPr>
          <p:spPr>
            <a:xfrm>
              <a:off x="8261392" y="3470800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62"/>
                    <a:pt x="139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2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"/>
            <p:cNvSpPr/>
            <p:nvPr/>
          </p:nvSpPr>
          <p:spPr>
            <a:xfrm>
              <a:off x="8268784" y="361685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"/>
            <p:cNvSpPr/>
            <p:nvPr/>
          </p:nvSpPr>
          <p:spPr>
            <a:xfrm>
              <a:off x="8268784" y="37619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"/>
            <p:cNvSpPr/>
            <p:nvPr/>
          </p:nvSpPr>
          <p:spPr>
            <a:xfrm>
              <a:off x="8268784" y="390621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"/>
            <p:cNvSpPr/>
            <p:nvPr/>
          </p:nvSpPr>
          <p:spPr>
            <a:xfrm>
              <a:off x="8261392" y="4049530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62"/>
                    <a:pt x="139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"/>
            <p:cNvSpPr/>
            <p:nvPr/>
          </p:nvSpPr>
          <p:spPr>
            <a:xfrm>
              <a:off x="8268784" y="419558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"/>
            <p:cNvSpPr/>
            <p:nvPr/>
          </p:nvSpPr>
          <p:spPr>
            <a:xfrm>
              <a:off x="8261392" y="4338895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39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"/>
            <p:cNvSpPr/>
            <p:nvPr/>
          </p:nvSpPr>
          <p:spPr>
            <a:xfrm>
              <a:off x="8268784" y="448494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"/>
            <p:cNvSpPr/>
            <p:nvPr/>
          </p:nvSpPr>
          <p:spPr>
            <a:xfrm>
              <a:off x="8261392" y="4628260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39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0" y="123"/>
                    <a:pt x="0" y="339"/>
                  </a:cubicBezTo>
                  <a:cubicBezTo>
                    <a:pt x="0" y="563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"/>
            <p:cNvSpPr/>
            <p:nvPr/>
          </p:nvSpPr>
          <p:spPr>
            <a:xfrm>
              <a:off x="8268784" y="477431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"/>
            <p:cNvSpPr/>
            <p:nvPr/>
          </p:nvSpPr>
          <p:spPr>
            <a:xfrm>
              <a:off x="2697199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"/>
            <p:cNvSpPr/>
            <p:nvPr/>
          </p:nvSpPr>
          <p:spPr>
            <a:xfrm>
              <a:off x="2697199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"/>
            <p:cNvSpPr/>
            <p:nvPr/>
          </p:nvSpPr>
          <p:spPr>
            <a:xfrm>
              <a:off x="2697199" y="288618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"/>
            <p:cNvSpPr/>
            <p:nvPr/>
          </p:nvSpPr>
          <p:spPr>
            <a:xfrm>
              <a:off x="2697199" y="43371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"/>
            <p:cNvSpPr/>
            <p:nvPr/>
          </p:nvSpPr>
          <p:spPr>
            <a:xfrm>
              <a:off x="2688972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7"/>
                    <a:pt x="93" y="347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1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"/>
            <p:cNvSpPr/>
            <p:nvPr/>
          </p:nvSpPr>
          <p:spPr>
            <a:xfrm>
              <a:off x="2688972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"/>
            <p:cNvSpPr/>
            <p:nvPr/>
          </p:nvSpPr>
          <p:spPr>
            <a:xfrm>
              <a:off x="4023432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"/>
            <p:cNvSpPr/>
            <p:nvPr/>
          </p:nvSpPr>
          <p:spPr>
            <a:xfrm>
              <a:off x="4023432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"/>
            <p:cNvSpPr/>
            <p:nvPr/>
          </p:nvSpPr>
          <p:spPr>
            <a:xfrm>
              <a:off x="4023432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"/>
            <p:cNvSpPr/>
            <p:nvPr/>
          </p:nvSpPr>
          <p:spPr>
            <a:xfrm>
              <a:off x="5084442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"/>
            <p:cNvSpPr/>
            <p:nvPr/>
          </p:nvSpPr>
          <p:spPr>
            <a:xfrm>
              <a:off x="5084442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"/>
            <p:cNvSpPr/>
            <p:nvPr/>
          </p:nvSpPr>
          <p:spPr>
            <a:xfrm>
              <a:off x="5084442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"/>
            <p:cNvSpPr/>
            <p:nvPr/>
          </p:nvSpPr>
          <p:spPr>
            <a:xfrm>
              <a:off x="4554354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"/>
            <p:cNvSpPr/>
            <p:nvPr/>
          </p:nvSpPr>
          <p:spPr>
            <a:xfrm>
              <a:off x="4554354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"/>
            <p:cNvSpPr/>
            <p:nvPr/>
          </p:nvSpPr>
          <p:spPr>
            <a:xfrm>
              <a:off x="4554354" y="288618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"/>
            <p:cNvSpPr/>
            <p:nvPr/>
          </p:nvSpPr>
          <p:spPr>
            <a:xfrm>
              <a:off x="4819935" y="206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"/>
            <p:cNvSpPr/>
            <p:nvPr/>
          </p:nvSpPr>
          <p:spPr>
            <a:xfrm>
              <a:off x="4819935" y="144353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"/>
            <p:cNvSpPr/>
            <p:nvPr/>
          </p:nvSpPr>
          <p:spPr>
            <a:xfrm>
              <a:off x="4819935" y="289572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"/>
            <p:cNvSpPr/>
            <p:nvPr/>
          </p:nvSpPr>
          <p:spPr>
            <a:xfrm>
              <a:off x="3757971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"/>
            <p:cNvSpPr/>
            <p:nvPr/>
          </p:nvSpPr>
          <p:spPr>
            <a:xfrm>
              <a:off x="3757971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"/>
            <p:cNvSpPr/>
            <p:nvPr/>
          </p:nvSpPr>
          <p:spPr>
            <a:xfrm>
              <a:off x="3757971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"/>
            <p:cNvSpPr/>
            <p:nvPr/>
          </p:nvSpPr>
          <p:spPr>
            <a:xfrm>
              <a:off x="3757971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"/>
            <p:cNvSpPr/>
            <p:nvPr/>
          </p:nvSpPr>
          <p:spPr>
            <a:xfrm>
              <a:off x="4288893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"/>
            <p:cNvSpPr/>
            <p:nvPr/>
          </p:nvSpPr>
          <p:spPr>
            <a:xfrm>
              <a:off x="4288893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"/>
            <p:cNvSpPr/>
            <p:nvPr/>
          </p:nvSpPr>
          <p:spPr>
            <a:xfrm>
              <a:off x="4288893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"/>
            <p:cNvSpPr/>
            <p:nvPr/>
          </p:nvSpPr>
          <p:spPr>
            <a:xfrm>
              <a:off x="5349903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"/>
            <p:cNvSpPr/>
            <p:nvPr/>
          </p:nvSpPr>
          <p:spPr>
            <a:xfrm>
              <a:off x="5349903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"/>
            <p:cNvSpPr/>
            <p:nvPr/>
          </p:nvSpPr>
          <p:spPr>
            <a:xfrm>
              <a:off x="5349903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1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"/>
            <p:cNvSpPr/>
            <p:nvPr/>
          </p:nvSpPr>
          <p:spPr>
            <a:xfrm>
              <a:off x="5349903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" name="Google Shape;575;p2"/>
          <p:cNvGrpSpPr/>
          <p:nvPr/>
        </p:nvGrpSpPr>
        <p:grpSpPr>
          <a:xfrm>
            <a:off x="189" y="52"/>
            <a:ext cx="9144013" cy="5143533"/>
            <a:chOff x="4088025" y="1324225"/>
            <a:chExt cx="1348575" cy="1101800"/>
          </a:xfrm>
        </p:grpSpPr>
        <p:sp>
          <p:nvSpPr>
            <p:cNvPr id="576" name="Google Shape;576;p2"/>
            <p:cNvSpPr/>
            <p:nvPr/>
          </p:nvSpPr>
          <p:spPr>
            <a:xfrm>
              <a:off x="4088025" y="24229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"/>
            <p:cNvSpPr/>
            <p:nvPr/>
          </p:nvSpPr>
          <p:spPr>
            <a:xfrm>
              <a:off x="4088025" y="24005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"/>
            <p:cNvSpPr/>
            <p:nvPr/>
          </p:nvSpPr>
          <p:spPr>
            <a:xfrm>
              <a:off x="4088025" y="2378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"/>
            <p:cNvSpPr/>
            <p:nvPr/>
          </p:nvSpPr>
          <p:spPr>
            <a:xfrm>
              <a:off x="4088025" y="23557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"/>
            <p:cNvSpPr/>
            <p:nvPr/>
          </p:nvSpPr>
          <p:spPr>
            <a:xfrm>
              <a:off x="4088025" y="23331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"/>
            <p:cNvSpPr/>
            <p:nvPr/>
          </p:nvSpPr>
          <p:spPr>
            <a:xfrm>
              <a:off x="4088025" y="23108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"/>
            <p:cNvSpPr/>
            <p:nvPr/>
          </p:nvSpPr>
          <p:spPr>
            <a:xfrm>
              <a:off x="4088025" y="22884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"/>
            <p:cNvSpPr/>
            <p:nvPr/>
          </p:nvSpPr>
          <p:spPr>
            <a:xfrm>
              <a:off x="4088025" y="22659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"/>
            <p:cNvSpPr/>
            <p:nvPr/>
          </p:nvSpPr>
          <p:spPr>
            <a:xfrm>
              <a:off x="4088025" y="22436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"/>
            <p:cNvSpPr/>
            <p:nvPr/>
          </p:nvSpPr>
          <p:spPr>
            <a:xfrm>
              <a:off x="4088025" y="2221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"/>
            <p:cNvSpPr/>
            <p:nvPr/>
          </p:nvSpPr>
          <p:spPr>
            <a:xfrm>
              <a:off x="4088025" y="21987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"/>
            <p:cNvSpPr/>
            <p:nvPr/>
          </p:nvSpPr>
          <p:spPr>
            <a:xfrm>
              <a:off x="4088025" y="21761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"/>
            <p:cNvSpPr/>
            <p:nvPr/>
          </p:nvSpPr>
          <p:spPr>
            <a:xfrm>
              <a:off x="4088025" y="21538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"/>
            <p:cNvSpPr/>
            <p:nvPr/>
          </p:nvSpPr>
          <p:spPr>
            <a:xfrm>
              <a:off x="4088025" y="21314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"/>
            <p:cNvSpPr/>
            <p:nvPr/>
          </p:nvSpPr>
          <p:spPr>
            <a:xfrm>
              <a:off x="4088025" y="21089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"/>
            <p:cNvSpPr/>
            <p:nvPr/>
          </p:nvSpPr>
          <p:spPr>
            <a:xfrm>
              <a:off x="4088025" y="20866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"/>
            <p:cNvSpPr/>
            <p:nvPr/>
          </p:nvSpPr>
          <p:spPr>
            <a:xfrm>
              <a:off x="4088025" y="2064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"/>
            <p:cNvSpPr/>
            <p:nvPr/>
          </p:nvSpPr>
          <p:spPr>
            <a:xfrm>
              <a:off x="4088025" y="20417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"/>
            <p:cNvSpPr/>
            <p:nvPr/>
          </p:nvSpPr>
          <p:spPr>
            <a:xfrm>
              <a:off x="4088025" y="20193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"/>
            <p:cNvSpPr/>
            <p:nvPr/>
          </p:nvSpPr>
          <p:spPr>
            <a:xfrm>
              <a:off x="4088025" y="19968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"/>
            <p:cNvSpPr/>
            <p:nvPr/>
          </p:nvSpPr>
          <p:spPr>
            <a:xfrm>
              <a:off x="4088025" y="19745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"/>
            <p:cNvSpPr/>
            <p:nvPr/>
          </p:nvSpPr>
          <p:spPr>
            <a:xfrm>
              <a:off x="4088025" y="1951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"/>
            <p:cNvSpPr/>
            <p:nvPr/>
          </p:nvSpPr>
          <p:spPr>
            <a:xfrm>
              <a:off x="4088025" y="19296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"/>
            <p:cNvSpPr/>
            <p:nvPr/>
          </p:nvSpPr>
          <p:spPr>
            <a:xfrm>
              <a:off x="4088025" y="1907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"/>
            <p:cNvSpPr/>
            <p:nvPr/>
          </p:nvSpPr>
          <p:spPr>
            <a:xfrm>
              <a:off x="4088025" y="18847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"/>
            <p:cNvSpPr/>
            <p:nvPr/>
          </p:nvSpPr>
          <p:spPr>
            <a:xfrm>
              <a:off x="4088025" y="18624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"/>
            <p:cNvSpPr/>
            <p:nvPr/>
          </p:nvSpPr>
          <p:spPr>
            <a:xfrm>
              <a:off x="4088025" y="18398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"/>
            <p:cNvSpPr/>
            <p:nvPr/>
          </p:nvSpPr>
          <p:spPr>
            <a:xfrm>
              <a:off x="4088025" y="18175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"/>
            <p:cNvSpPr/>
            <p:nvPr/>
          </p:nvSpPr>
          <p:spPr>
            <a:xfrm>
              <a:off x="4088025" y="1794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"/>
            <p:cNvSpPr/>
            <p:nvPr/>
          </p:nvSpPr>
          <p:spPr>
            <a:xfrm>
              <a:off x="4088025" y="17726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"/>
            <p:cNvSpPr/>
            <p:nvPr/>
          </p:nvSpPr>
          <p:spPr>
            <a:xfrm>
              <a:off x="4088025" y="1750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"/>
            <p:cNvSpPr/>
            <p:nvPr/>
          </p:nvSpPr>
          <p:spPr>
            <a:xfrm>
              <a:off x="4088025" y="17277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"/>
            <p:cNvSpPr/>
            <p:nvPr/>
          </p:nvSpPr>
          <p:spPr>
            <a:xfrm>
              <a:off x="4088025" y="17054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"/>
            <p:cNvSpPr/>
            <p:nvPr/>
          </p:nvSpPr>
          <p:spPr>
            <a:xfrm>
              <a:off x="4088025" y="1683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"/>
            <p:cNvSpPr/>
            <p:nvPr/>
          </p:nvSpPr>
          <p:spPr>
            <a:xfrm>
              <a:off x="4088025" y="16605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"/>
            <p:cNvSpPr/>
            <p:nvPr/>
          </p:nvSpPr>
          <p:spPr>
            <a:xfrm>
              <a:off x="4088025" y="16381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"/>
            <p:cNvSpPr/>
            <p:nvPr/>
          </p:nvSpPr>
          <p:spPr>
            <a:xfrm>
              <a:off x="4088025" y="1615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"/>
            <p:cNvSpPr/>
            <p:nvPr/>
          </p:nvSpPr>
          <p:spPr>
            <a:xfrm>
              <a:off x="4088025" y="1593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"/>
            <p:cNvSpPr/>
            <p:nvPr/>
          </p:nvSpPr>
          <p:spPr>
            <a:xfrm>
              <a:off x="4088025" y="157095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"/>
            <p:cNvSpPr/>
            <p:nvPr/>
          </p:nvSpPr>
          <p:spPr>
            <a:xfrm>
              <a:off x="4088025" y="15484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"/>
            <p:cNvSpPr/>
            <p:nvPr/>
          </p:nvSpPr>
          <p:spPr>
            <a:xfrm>
              <a:off x="4088025" y="1526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"/>
            <p:cNvSpPr/>
            <p:nvPr/>
          </p:nvSpPr>
          <p:spPr>
            <a:xfrm>
              <a:off x="4088025" y="1503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"/>
            <p:cNvSpPr/>
            <p:nvPr/>
          </p:nvSpPr>
          <p:spPr>
            <a:xfrm>
              <a:off x="4088025" y="14812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"/>
            <p:cNvSpPr/>
            <p:nvPr/>
          </p:nvSpPr>
          <p:spPr>
            <a:xfrm>
              <a:off x="4088025" y="1458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"/>
            <p:cNvSpPr/>
            <p:nvPr/>
          </p:nvSpPr>
          <p:spPr>
            <a:xfrm>
              <a:off x="4088025" y="14363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"/>
            <p:cNvSpPr/>
            <p:nvPr/>
          </p:nvSpPr>
          <p:spPr>
            <a:xfrm>
              <a:off x="4088025" y="14139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"/>
            <p:cNvSpPr/>
            <p:nvPr/>
          </p:nvSpPr>
          <p:spPr>
            <a:xfrm>
              <a:off x="4088025" y="13914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"/>
            <p:cNvSpPr/>
            <p:nvPr/>
          </p:nvSpPr>
          <p:spPr>
            <a:xfrm>
              <a:off x="4088025" y="13691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"/>
            <p:cNvSpPr/>
            <p:nvPr/>
          </p:nvSpPr>
          <p:spPr>
            <a:xfrm>
              <a:off x="4088025" y="1346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"/>
            <p:cNvSpPr/>
            <p:nvPr/>
          </p:nvSpPr>
          <p:spPr>
            <a:xfrm>
              <a:off x="4088025" y="13242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6" name="Google Shape;626;p2"/>
          <p:cNvSpPr txBox="1">
            <a:spLocks noGrp="1"/>
          </p:cNvSpPr>
          <p:nvPr>
            <p:ph type="ctrTitle"/>
          </p:nvPr>
        </p:nvSpPr>
        <p:spPr>
          <a:xfrm>
            <a:off x="1400550" y="956460"/>
            <a:ext cx="6342900" cy="26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27" name="Google Shape;627;p2"/>
          <p:cNvSpPr txBox="1">
            <a:spLocks noGrp="1"/>
          </p:cNvSpPr>
          <p:nvPr>
            <p:ph type="subTitle" idx="1"/>
          </p:nvPr>
        </p:nvSpPr>
        <p:spPr>
          <a:xfrm>
            <a:off x="1400550" y="3624810"/>
            <a:ext cx="6342900" cy="4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" name="Google Shape;1252;p5"/>
          <p:cNvGrpSpPr/>
          <p:nvPr/>
        </p:nvGrpSpPr>
        <p:grpSpPr>
          <a:xfrm>
            <a:off x="189" y="52"/>
            <a:ext cx="9144013" cy="5143533"/>
            <a:chOff x="4088025" y="1324225"/>
            <a:chExt cx="1348575" cy="1101800"/>
          </a:xfrm>
        </p:grpSpPr>
        <p:sp>
          <p:nvSpPr>
            <p:cNvPr id="1253" name="Google Shape;1253;p5"/>
            <p:cNvSpPr/>
            <p:nvPr/>
          </p:nvSpPr>
          <p:spPr>
            <a:xfrm>
              <a:off x="4088025" y="24229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5"/>
            <p:cNvSpPr/>
            <p:nvPr/>
          </p:nvSpPr>
          <p:spPr>
            <a:xfrm>
              <a:off x="4088025" y="24005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5"/>
            <p:cNvSpPr/>
            <p:nvPr/>
          </p:nvSpPr>
          <p:spPr>
            <a:xfrm>
              <a:off x="4088025" y="2378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5"/>
            <p:cNvSpPr/>
            <p:nvPr/>
          </p:nvSpPr>
          <p:spPr>
            <a:xfrm>
              <a:off x="4088025" y="23557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5"/>
            <p:cNvSpPr/>
            <p:nvPr/>
          </p:nvSpPr>
          <p:spPr>
            <a:xfrm>
              <a:off x="4088025" y="23331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5"/>
            <p:cNvSpPr/>
            <p:nvPr/>
          </p:nvSpPr>
          <p:spPr>
            <a:xfrm>
              <a:off x="4088025" y="23108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5"/>
            <p:cNvSpPr/>
            <p:nvPr/>
          </p:nvSpPr>
          <p:spPr>
            <a:xfrm>
              <a:off x="4088025" y="22884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5"/>
            <p:cNvSpPr/>
            <p:nvPr/>
          </p:nvSpPr>
          <p:spPr>
            <a:xfrm>
              <a:off x="4088025" y="22659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5"/>
            <p:cNvSpPr/>
            <p:nvPr/>
          </p:nvSpPr>
          <p:spPr>
            <a:xfrm>
              <a:off x="4088025" y="22436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5"/>
            <p:cNvSpPr/>
            <p:nvPr/>
          </p:nvSpPr>
          <p:spPr>
            <a:xfrm>
              <a:off x="4088025" y="2221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5"/>
            <p:cNvSpPr/>
            <p:nvPr/>
          </p:nvSpPr>
          <p:spPr>
            <a:xfrm>
              <a:off x="4088025" y="21987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5"/>
            <p:cNvSpPr/>
            <p:nvPr/>
          </p:nvSpPr>
          <p:spPr>
            <a:xfrm>
              <a:off x="4088025" y="21761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5"/>
            <p:cNvSpPr/>
            <p:nvPr/>
          </p:nvSpPr>
          <p:spPr>
            <a:xfrm>
              <a:off x="4088025" y="21538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5"/>
            <p:cNvSpPr/>
            <p:nvPr/>
          </p:nvSpPr>
          <p:spPr>
            <a:xfrm>
              <a:off x="4088025" y="21314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5"/>
            <p:cNvSpPr/>
            <p:nvPr/>
          </p:nvSpPr>
          <p:spPr>
            <a:xfrm>
              <a:off x="4088025" y="21089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5"/>
            <p:cNvSpPr/>
            <p:nvPr/>
          </p:nvSpPr>
          <p:spPr>
            <a:xfrm>
              <a:off x="4088025" y="20866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5"/>
            <p:cNvSpPr/>
            <p:nvPr/>
          </p:nvSpPr>
          <p:spPr>
            <a:xfrm>
              <a:off x="4088025" y="2064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5"/>
            <p:cNvSpPr/>
            <p:nvPr/>
          </p:nvSpPr>
          <p:spPr>
            <a:xfrm>
              <a:off x="4088025" y="20417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5"/>
            <p:cNvSpPr/>
            <p:nvPr/>
          </p:nvSpPr>
          <p:spPr>
            <a:xfrm>
              <a:off x="4088025" y="20193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5"/>
            <p:cNvSpPr/>
            <p:nvPr/>
          </p:nvSpPr>
          <p:spPr>
            <a:xfrm>
              <a:off x="4088025" y="19968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5"/>
            <p:cNvSpPr/>
            <p:nvPr/>
          </p:nvSpPr>
          <p:spPr>
            <a:xfrm>
              <a:off x="4088025" y="19745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5"/>
            <p:cNvSpPr/>
            <p:nvPr/>
          </p:nvSpPr>
          <p:spPr>
            <a:xfrm>
              <a:off x="4088025" y="1951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5"/>
            <p:cNvSpPr/>
            <p:nvPr/>
          </p:nvSpPr>
          <p:spPr>
            <a:xfrm>
              <a:off x="4088025" y="19296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"/>
            <p:cNvSpPr/>
            <p:nvPr/>
          </p:nvSpPr>
          <p:spPr>
            <a:xfrm>
              <a:off x="4088025" y="1907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5"/>
            <p:cNvSpPr/>
            <p:nvPr/>
          </p:nvSpPr>
          <p:spPr>
            <a:xfrm>
              <a:off x="4088025" y="18847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5"/>
            <p:cNvSpPr/>
            <p:nvPr/>
          </p:nvSpPr>
          <p:spPr>
            <a:xfrm>
              <a:off x="4088025" y="18624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"/>
            <p:cNvSpPr/>
            <p:nvPr/>
          </p:nvSpPr>
          <p:spPr>
            <a:xfrm>
              <a:off x="4088025" y="18398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5"/>
            <p:cNvSpPr/>
            <p:nvPr/>
          </p:nvSpPr>
          <p:spPr>
            <a:xfrm>
              <a:off x="4088025" y="18175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"/>
            <p:cNvSpPr/>
            <p:nvPr/>
          </p:nvSpPr>
          <p:spPr>
            <a:xfrm>
              <a:off x="4088025" y="1794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"/>
            <p:cNvSpPr/>
            <p:nvPr/>
          </p:nvSpPr>
          <p:spPr>
            <a:xfrm>
              <a:off x="4088025" y="17726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"/>
            <p:cNvSpPr/>
            <p:nvPr/>
          </p:nvSpPr>
          <p:spPr>
            <a:xfrm>
              <a:off x="4088025" y="1750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"/>
            <p:cNvSpPr/>
            <p:nvPr/>
          </p:nvSpPr>
          <p:spPr>
            <a:xfrm>
              <a:off x="4088025" y="17277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5"/>
            <p:cNvSpPr/>
            <p:nvPr/>
          </p:nvSpPr>
          <p:spPr>
            <a:xfrm>
              <a:off x="4088025" y="17054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"/>
            <p:cNvSpPr/>
            <p:nvPr/>
          </p:nvSpPr>
          <p:spPr>
            <a:xfrm>
              <a:off x="4088025" y="1683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"/>
            <p:cNvSpPr/>
            <p:nvPr/>
          </p:nvSpPr>
          <p:spPr>
            <a:xfrm>
              <a:off x="4088025" y="16605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"/>
            <p:cNvSpPr/>
            <p:nvPr/>
          </p:nvSpPr>
          <p:spPr>
            <a:xfrm>
              <a:off x="4088025" y="16381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"/>
            <p:cNvSpPr/>
            <p:nvPr/>
          </p:nvSpPr>
          <p:spPr>
            <a:xfrm>
              <a:off x="4088025" y="1615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"/>
            <p:cNvSpPr/>
            <p:nvPr/>
          </p:nvSpPr>
          <p:spPr>
            <a:xfrm>
              <a:off x="4088025" y="1593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"/>
            <p:cNvSpPr/>
            <p:nvPr/>
          </p:nvSpPr>
          <p:spPr>
            <a:xfrm>
              <a:off x="4088025" y="157095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5"/>
            <p:cNvSpPr/>
            <p:nvPr/>
          </p:nvSpPr>
          <p:spPr>
            <a:xfrm>
              <a:off x="4088025" y="15484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5"/>
            <p:cNvSpPr/>
            <p:nvPr/>
          </p:nvSpPr>
          <p:spPr>
            <a:xfrm>
              <a:off x="4088025" y="1526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5"/>
            <p:cNvSpPr/>
            <p:nvPr/>
          </p:nvSpPr>
          <p:spPr>
            <a:xfrm>
              <a:off x="4088025" y="1503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5"/>
            <p:cNvSpPr/>
            <p:nvPr/>
          </p:nvSpPr>
          <p:spPr>
            <a:xfrm>
              <a:off x="4088025" y="14812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5"/>
            <p:cNvSpPr/>
            <p:nvPr/>
          </p:nvSpPr>
          <p:spPr>
            <a:xfrm>
              <a:off x="4088025" y="1458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5"/>
            <p:cNvSpPr/>
            <p:nvPr/>
          </p:nvSpPr>
          <p:spPr>
            <a:xfrm>
              <a:off x="4088025" y="14363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5"/>
            <p:cNvSpPr/>
            <p:nvPr/>
          </p:nvSpPr>
          <p:spPr>
            <a:xfrm>
              <a:off x="4088025" y="14139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5"/>
            <p:cNvSpPr/>
            <p:nvPr/>
          </p:nvSpPr>
          <p:spPr>
            <a:xfrm>
              <a:off x="4088025" y="13914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5"/>
            <p:cNvSpPr/>
            <p:nvPr/>
          </p:nvSpPr>
          <p:spPr>
            <a:xfrm>
              <a:off x="4088025" y="13691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5"/>
            <p:cNvSpPr/>
            <p:nvPr/>
          </p:nvSpPr>
          <p:spPr>
            <a:xfrm>
              <a:off x="4088025" y="1346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5"/>
            <p:cNvSpPr/>
            <p:nvPr/>
          </p:nvSpPr>
          <p:spPr>
            <a:xfrm>
              <a:off x="4088025" y="13242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3" name="Google Shape;1303;p5"/>
          <p:cNvGrpSpPr/>
          <p:nvPr/>
        </p:nvGrpSpPr>
        <p:grpSpPr>
          <a:xfrm>
            <a:off x="110918" y="206"/>
            <a:ext cx="8922164" cy="5143474"/>
            <a:chOff x="110918" y="206"/>
            <a:chExt cx="8922164" cy="5143474"/>
          </a:xfrm>
        </p:grpSpPr>
        <p:sp>
          <p:nvSpPr>
            <p:cNvPr id="1304" name="Google Shape;1304;p5"/>
            <p:cNvSpPr/>
            <p:nvPr/>
          </p:nvSpPr>
          <p:spPr>
            <a:xfrm>
              <a:off x="665978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5"/>
            <p:cNvSpPr/>
            <p:nvPr/>
          </p:nvSpPr>
          <p:spPr>
            <a:xfrm>
              <a:off x="665978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"/>
            <p:cNvSpPr/>
            <p:nvPr/>
          </p:nvSpPr>
          <p:spPr>
            <a:xfrm>
              <a:off x="665978" y="28957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"/>
            <p:cNvSpPr/>
            <p:nvPr/>
          </p:nvSpPr>
          <p:spPr>
            <a:xfrm>
              <a:off x="657752" y="432883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62"/>
                    <a:pt x="362" y="331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"/>
            <p:cNvSpPr/>
            <p:nvPr/>
          </p:nvSpPr>
          <p:spPr>
            <a:xfrm>
              <a:off x="657752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3" y="610"/>
                  </a:cubicBezTo>
                  <a:cubicBezTo>
                    <a:pt x="146" y="610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"/>
            <p:cNvSpPr/>
            <p:nvPr/>
          </p:nvSpPr>
          <p:spPr>
            <a:xfrm>
              <a:off x="665978" y="72308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"/>
            <p:cNvSpPr/>
            <p:nvPr/>
          </p:nvSpPr>
          <p:spPr>
            <a:xfrm>
              <a:off x="657752" y="86639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3" y="617"/>
                  </a:cubicBezTo>
                  <a:cubicBezTo>
                    <a:pt x="146" y="617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5"/>
            <p:cNvSpPr/>
            <p:nvPr/>
          </p:nvSpPr>
          <p:spPr>
            <a:xfrm>
              <a:off x="665978" y="101244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5"/>
            <p:cNvSpPr/>
            <p:nvPr/>
          </p:nvSpPr>
          <p:spPr>
            <a:xfrm>
              <a:off x="657752" y="115575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3" y="610"/>
                  </a:cubicBezTo>
                  <a:cubicBezTo>
                    <a:pt x="146" y="610"/>
                    <a:pt x="92" y="517"/>
                    <a:pt x="92" y="348"/>
                  </a:cubicBezTo>
                  <a:cubicBezTo>
                    <a:pt x="92" y="163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5"/>
            <p:cNvSpPr/>
            <p:nvPr/>
          </p:nvSpPr>
          <p:spPr>
            <a:xfrm>
              <a:off x="657752" y="130097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"/>
            <p:cNvSpPr/>
            <p:nvPr/>
          </p:nvSpPr>
          <p:spPr>
            <a:xfrm>
              <a:off x="665978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5"/>
            <p:cNvSpPr/>
            <p:nvPr/>
          </p:nvSpPr>
          <p:spPr>
            <a:xfrm>
              <a:off x="665978" y="159117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5"/>
            <p:cNvSpPr/>
            <p:nvPr/>
          </p:nvSpPr>
          <p:spPr>
            <a:xfrm>
              <a:off x="665978" y="1736397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5"/>
            <p:cNvSpPr/>
            <p:nvPr/>
          </p:nvSpPr>
          <p:spPr>
            <a:xfrm>
              <a:off x="657752" y="187970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62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"/>
            <p:cNvSpPr/>
            <p:nvPr/>
          </p:nvSpPr>
          <p:spPr>
            <a:xfrm>
              <a:off x="665978" y="202576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"/>
            <p:cNvSpPr/>
            <p:nvPr/>
          </p:nvSpPr>
          <p:spPr>
            <a:xfrm>
              <a:off x="665978" y="2170028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"/>
            <p:cNvSpPr/>
            <p:nvPr/>
          </p:nvSpPr>
          <p:spPr>
            <a:xfrm>
              <a:off x="657752" y="231322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3" y="617"/>
                  </a:cubicBezTo>
                  <a:cubicBezTo>
                    <a:pt x="146" y="617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5"/>
            <p:cNvSpPr/>
            <p:nvPr/>
          </p:nvSpPr>
          <p:spPr>
            <a:xfrm>
              <a:off x="665978" y="245939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2" name="Google Shape;1322;p5"/>
            <p:cNvGrpSpPr/>
            <p:nvPr/>
          </p:nvGrpSpPr>
          <p:grpSpPr>
            <a:xfrm>
              <a:off x="8706192" y="206"/>
              <a:ext cx="53414" cy="5143474"/>
              <a:chOff x="8511811" y="206"/>
              <a:chExt cx="53414" cy="5143474"/>
            </a:xfrm>
          </p:grpSpPr>
          <p:sp>
            <p:nvSpPr>
              <p:cNvPr id="1323" name="Google Shape;1323;p5"/>
              <p:cNvSpPr/>
              <p:nvPr/>
            </p:nvSpPr>
            <p:spPr>
              <a:xfrm>
                <a:off x="8520038" y="206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5"/>
              <p:cNvSpPr/>
              <p:nvPr/>
            </p:nvSpPr>
            <p:spPr>
              <a:xfrm>
                <a:off x="8520038" y="14435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5"/>
              <p:cNvSpPr/>
              <p:nvPr/>
            </p:nvSpPr>
            <p:spPr>
              <a:xfrm>
                <a:off x="8520038" y="28957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5"/>
              <p:cNvSpPr/>
              <p:nvPr/>
            </p:nvSpPr>
            <p:spPr>
              <a:xfrm>
                <a:off x="8511811" y="432883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62"/>
                      <a:pt x="355" y="331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5"/>
              <p:cNvSpPr/>
              <p:nvPr/>
            </p:nvSpPr>
            <p:spPr>
              <a:xfrm>
                <a:off x="8511811" y="57702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5"/>
              <p:cNvSpPr/>
              <p:nvPr/>
            </p:nvSpPr>
            <p:spPr>
              <a:xfrm>
                <a:off x="8520038" y="72308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5"/>
              <p:cNvSpPr/>
              <p:nvPr/>
            </p:nvSpPr>
            <p:spPr>
              <a:xfrm>
                <a:off x="8511811" y="86639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7"/>
                      <a:pt x="224" y="617"/>
                    </a:cubicBezTo>
                    <a:cubicBezTo>
                      <a:pt x="139" y="617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5"/>
              <p:cNvSpPr/>
              <p:nvPr/>
            </p:nvSpPr>
            <p:spPr>
              <a:xfrm>
                <a:off x="8520038" y="101244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5"/>
              <p:cNvSpPr/>
              <p:nvPr/>
            </p:nvSpPr>
            <p:spPr>
              <a:xfrm>
                <a:off x="8511811" y="115575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63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5"/>
              <p:cNvSpPr/>
              <p:nvPr/>
            </p:nvSpPr>
            <p:spPr>
              <a:xfrm>
                <a:off x="8511811" y="130097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5"/>
              <p:cNvSpPr/>
              <p:nvPr/>
            </p:nvSpPr>
            <p:spPr>
              <a:xfrm>
                <a:off x="8520038" y="144703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5"/>
              <p:cNvSpPr/>
              <p:nvPr/>
            </p:nvSpPr>
            <p:spPr>
              <a:xfrm>
                <a:off x="8520038" y="159117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5"/>
              <p:cNvSpPr/>
              <p:nvPr/>
            </p:nvSpPr>
            <p:spPr>
              <a:xfrm>
                <a:off x="8520038" y="1736397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5"/>
              <p:cNvSpPr/>
              <p:nvPr/>
            </p:nvSpPr>
            <p:spPr>
              <a:xfrm>
                <a:off x="8511811" y="187970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62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5"/>
              <p:cNvSpPr/>
              <p:nvPr/>
            </p:nvSpPr>
            <p:spPr>
              <a:xfrm>
                <a:off x="8520038" y="202576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5"/>
              <p:cNvSpPr/>
              <p:nvPr/>
            </p:nvSpPr>
            <p:spPr>
              <a:xfrm>
                <a:off x="8520038" y="2170028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5"/>
              <p:cNvSpPr/>
              <p:nvPr/>
            </p:nvSpPr>
            <p:spPr>
              <a:xfrm>
                <a:off x="8511811" y="231322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7"/>
                      <a:pt x="224" y="617"/>
                    </a:cubicBezTo>
                    <a:cubicBezTo>
                      <a:pt x="139" y="617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5"/>
              <p:cNvSpPr/>
              <p:nvPr/>
            </p:nvSpPr>
            <p:spPr>
              <a:xfrm>
                <a:off x="8520038" y="245939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5"/>
              <p:cNvSpPr/>
              <p:nvPr/>
            </p:nvSpPr>
            <p:spPr>
              <a:xfrm>
                <a:off x="8511811" y="260270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2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5"/>
              <p:cNvSpPr/>
              <p:nvPr/>
            </p:nvSpPr>
            <p:spPr>
              <a:xfrm>
                <a:off x="8520038" y="2748758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5"/>
              <p:cNvSpPr/>
              <p:nvPr/>
            </p:nvSpPr>
            <p:spPr>
              <a:xfrm>
                <a:off x="8511811" y="289206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16"/>
                      <a:pt x="224" y="616"/>
                    </a:cubicBezTo>
                    <a:cubicBezTo>
                      <a:pt x="139" y="616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2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5"/>
              <p:cNvSpPr/>
              <p:nvPr/>
            </p:nvSpPr>
            <p:spPr>
              <a:xfrm>
                <a:off x="8520038" y="303812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5"/>
              <p:cNvSpPr/>
              <p:nvPr/>
            </p:nvSpPr>
            <p:spPr>
              <a:xfrm>
                <a:off x="8511811" y="31814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16"/>
                      <a:pt x="224" y="616"/>
                    </a:cubicBezTo>
                    <a:cubicBezTo>
                      <a:pt x="139" y="616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3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5"/>
              <p:cNvSpPr/>
              <p:nvPr/>
            </p:nvSpPr>
            <p:spPr>
              <a:xfrm>
                <a:off x="8511811" y="33265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5"/>
              <p:cNvSpPr/>
              <p:nvPr/>
            </p:nvSpPr>
            <p:spPr>
              <a:xfrm>
                <a:off x="8520038" y="347258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5"/>
              <p:cNvSpPr/>
              <p:nvPr/>
            </p:nvSpPr>
            <p:spPr>
              <a:xfrm>
                <a:off x="8511811" y="361590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5"/>
              <p:cNvSpPr/>
              <p:nvPr/>
            </p:nvSpPr>
            <p:spPr>
              <a:xfrm>
                <a:off x="8511811" y="37601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3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5"/>
              <p:cNvSpPr/>
              <p:nvPr/>
            </p:nvSpPr>
            <p:spPr>
              <a:xfrm>
                <a:off x="8511811" y="39052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5"/>
              <p:cNvSpPr/>
              <p:nvPr/>
            </p:nvSpPr>
            <p:spPr>
              <a:xfrm>
                <a:off x="8520038" y="405131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5"/>
              <p:cNvSpPr/>
              <p:nvPr/>
            </p:nvSpPr>
            <p:spPr>
              <a:xfrm>
                <a:off x="8520038" y="419558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5"/>
              <p:cNvSpPr/>
              <p:nvPr/>
            </p:nvSpPr>
            <p:spPr>
              <a:xfrm>
                <a:off x="8520038" y="434068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5"/>
              <p:cNvSpPr/>
              <p:nvPr/>
            </p:nvSpPr>
            <p:spPr>
              <a:xfrm>
                <a:off x="8511811" y="448399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40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16"/>
                      <a:pt x="0" y="340"/>
                    </a:cubicBezTo>
                    <a:cubicBezTo>
                      <a:pt x="0" y="555"/>
                      <a:pt x="85" y="679"/>
                      <a:pt x="216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5"/>
              <p:cNvSpPr/>
              <p:nvPr/>
            </p:nvSpPr>
            <p:spPr>
              <a:xfrm>
                <a:off x="8520038" y="463004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5"/>
              <p:cNvSpPr/>
              <p:nvPr/>
            </p:nvSpPr>
            <p:spPr>
              <a:xfrm>
                <a:off x="8511811" y="477336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40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16"/>
                      <a:pt x="0" y="340"/>
                    </a:cubicBezTo>
                    <a:cubicBezTo>
                      <a:pt x="0" y="555"/>
                      <a:pt x="85" y="679"/>
                      <a:pt x="216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5"/>
              <p:cNvSpPr/>
              <p:nvPr/>
            </p:nvSpPr>
            <p:spPr>
              <a:xfrm>
                <a:off x="8520038" y="491941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5"/>
              <p:cNvSpPr/>
              <p:nvPr/>
            </p:nvSpPr>
            <p:spPr>
              <a:xfrm>
                <a:off x="8511811" y="506272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40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16"/>
                      <a:pt x="0" y="340"/>
                    </a:cubicBezTo>
                    <a:cubicBezTo>
                      <a:pt x="0" y="555"/>
                      <a:pt x="85" y="679"/>
                      <a:pt x="216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9" name="Google Shape;1359;p5"/>
            <p:cNvGrpSpPr/>
            <p:nvPr/>
          </p:nvGrpSpPr>
          <p:grpSpPr>
            <a:xfrm>
              <a:off x="8979668" y="206"/>
              <a:ext cx="53414" cy="5143474"/>
              <a:chOff x="8712171" y="206"/>
              <a:chExt cx="53414" cy="5143474"/>
            </a:xfrm>
          </p:grpSpPr>
          <p:sp>
            <p:nvSpPr>
              <p:cNvPr id="1360" name="Google Shape;1360;p5"/>
              <p:cNvSpPr/>
              <p:nvPr/>
            </p:nvSpPr>
            <p:spPr>
              <a:xfrm>
                <a:off x="8720398" y="206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5"/>
              <p:cNvSpPr/>
              <p:nvPr/>
            </p:nvSpPr>
            <p:spPr>
              <a:xfrm>
                <a:off x="8720398" y="144353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5"/>
              <p:cNvSpPr/>
              <p:nvPr/>
            </p:nvSpPr>
            <p:spPr>
              <a:xfrm>
                <a:off x="8720398" y="289572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5"/>
              <p:cNvSpPr/>
              <p:nvPr/>
            </p:nvSpPr>
            <p:spPr>
              <a:xfrm>
                <a:off x="8712171" y="432883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62"/>
                      <a:pt x="363" y="331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5"/>
              <p:cNvSpPr/>
              <p:nvPr/>
            </p:nvSpPr>
            <p:spPr>
              <a:xfrm>
                <a:off x="8712171" y="57702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0"/>
                      <a:pt x="224" y="610"/>
                    </a:cubicBezTo>
                    <a:cubicBezTo>
                      <a:pt x="147" y="610"/>
                      <a:pt x="93" y="517"/>
                      <a:pt x="93" y="348"/>
                    </a:cubicBezTo>
                    <a:cubicBezTo>
                      <a:pt x="93" y="170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5"/>
              <p:cNvSpPr/>
              <p:nvPr/>
            </p:nvSpPr>
            <p:spPr>
              <a:xfrm>
                <a:off x="8720398" y="723083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5"/>
              <p:cNvSpPr/>
              <p:nvPr/>
            </p:nvSpPr>
            <p:spPr>
              <a:xfrm>
                <a:off x="8712171" y="86639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7"/>
                      <a:pt x="224" y="617"/>
                    </a:cubicBezTo>
                    <a:cubicBezTo>
                      <a:pt x="147" y="617"/>
                      <a:pt x="93" y="517"/>
                      <a:pt x="93" y="348"/>
                    </a:cubicBezTo>
                    <a:cubicBezTo>
                      <a:pt x="93" y="170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5"/>
              <p:cNvSpPr/>
              <p:nvPr/>
            </p:nvSpPr>
            <p:spPr>
              <a:xfrm>
                <a:off x="8720398" y="101244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5"/>
              <p:cNvSpPr/>
              <p:nvPr/>
            </p:nvSpPr>
            <p:spPr>
              <a:xfrm>
                <a:off x="8712171" y="115575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0"/>
                      <a:pt x="224" y="610"/>
                    </a:cubicBezTo>
                    <a:cubicBezTo>
                      <a:pt x="147" y="610"/>
                      <a:pt x="93" y="517"/>
                      <a:pt x="93" y="348"/>
                    </a:cubicBezTo>
                    <a:cubicBezTo>
                      <a:pt x="93" y="163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5"/>
              <p:cNvSpPr/>
              <p:nvPr/>
            </p:nvSpPr>
            <p:spPr>
              <a:xfrm>
                <a:off x="8712171" y="130097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5"/>
              <p:cNvSpPr/>
              <p:nvPr/>
            </p:nvSpPr>
            <p:spPr>
              <a:xfrm>
                <a:off x="8720398" y="1447032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5"/>
              <p:cNvSpPr/>
              <p:nvPr/>
            </p:nvSpPr>
            <p:spPr>
              <a:xfrm>
                <a:off x="8720398" y="159117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5"/>
              <p:cNvSpPr/>
              <p:nvPr/>
            </p:nvSpPr>
            <p:spPr>
              <a:xfrm>
                <a:off x="8720398" y="1736397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5"/>
              <p:cNvSpPr/>
              <p:nvPr/>
            </p:nvSpPr>
            <p:spPr>
              <a:xfrm>
                <a:off x="8712171" y="187970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62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5"/>
              <p:cNvSpPr/>
              <p:nvPr/>
            </p:nvSpPr>
            <p:spPr>
              <a:xfrm>
                <a:off x="8720398" y="2025762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5"/>
              <p:cNvSpPr/>
              <p:nvPr/>
            </p:nvSpPr>
            <p:spPr>
              <a:xfrm>
                <a:off x="8720398" y="2170028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5"/>
              <p:cNvSpPr/>
              <p:nvPr/>
            </p:nvSpPr>
            <p:spPr>
              <a:xfrm>
                <a:off x="8712171" y="231322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7"/>
                      <a:pt x="224" y="617"/>
                    </a:cubicBezTo>
                    <a:cubicBezTo>
                      <a:pt x="147" y="617"/>
                      <a:pt x="93" y="517"/>
                      <a:pt x="93" y="348"/>
                    </a:cubicBezTo>
                    <a:cubicBezTo>
                      <a:pt x="93" y="170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5"/>
              <p:cNvSpPr/>
              <p:nvPr/>
            </p:nvSpPr>
            <p:spPr>
              <a:xfrm>
                <a:off x="8720398" y="2459393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5"/>
              <p:cNvSpPr/>
              <p:nvPr/>
            </p:nvSpPr>
            <p:spPr>
              <a:xfrm>
                <a:off x="8712171" y="260270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09"/>
                      <a:pt x="224" y="609"/>
                    </a:cubicBezTo>
                    <a:cubicBezTo>
                      <a:pt x="147" y="609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2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5"/>
              <p:cNvSpPr/>
              <p:nvPr/>
            </p:nvSpPr>
            <p:spPr>
              <a:xfrm>
                <a:off x="8720398" y="2748758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5"/>
              <p:cNvSpPr/>
              <p:nvPr/>
            </p:nvSpPr>
            <p:spPr>
              <a:xfrm>
                <a:off x="8712171" y="289206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16"/>
                      <a:pt x="224" y="616"/>
                    </a:cubicBezTo>
                    <a:cubicBezTo>
                      <a:pt x="147" y="616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2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5"/>
              <p:cNvSpPr/>
              <p:nvPr/>
            </p:nvSpPr>
            <p:spPr>
              <a:xfrm>
                <a:off x="8720398" y="3038123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5"/>
              <p:cNvSpPr/>
              <p:nvPr/>
            </p:nvSpPr>
            <p:spPr>
              <a:xfrm>
                <a:off x="8712171" y="31814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16"/>
                      <a:pt x="224" y="616"/>
                    </a:cubicBezTo>
                    <a:cubicBezTo>
                      <a:pt x="147" y="616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5"/>
              <p:cNvSpPr/>
              <p:nvPr/>
            </p:nvSpPr>
            <p:spPr>
              <a:xfrm>
                <a:off x="8712171" y="33265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5"/>
              <p:cNvSpPr/>
              <p:nvPr/>
            </p:nvSpPr>
            <p:spPr>
              <a:xfrm>
                <a:off x="8720398" y="347258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5"/>
              <p:cNvSpPr/>
              <p:nvPr/>
            </p:nvSpPr>
            <p:spPr>
              <a:xfrm>
                <a:off x="8712171" y="361590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5"/>
              <p:cNvSpPr/>
              <p:nvPr/>
            </p:nvSpPr>
            <p:spPr>
              <a:xfrm>
                <a:off x="8712171" y="37601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09"/>
                      <a:pt x="224" y="609"/>
                    </a:cubicBezTo>
                    <a:cubicBezTo>
                      <a:pt x="147" y="609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5"/>
              <p:cNvSpPr/>
              <p:nvPr/>
            </p:nvSpPr>
            <p:spPr>
              <a:xfrm>
                <a:off x="8712171" y="39052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5"/>
              <p:cNvSpPr/>
              <p:nvPr/>
            </p:nvSpPr>
            <p:spPr>
              <a:xfrm>
                <a:off x="8720398" y="405131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5"/>
              <p:cNvSpPr/>
              <p:nvPr/>
            </p:nvSpPr>
            <p:spPr>
              <a:xfrm>
                <a:off x="8720398" y="4195584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7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5"/>
              <p:cNvSpPr/>
              <p:nvPr/>
            </p:nvSpPr>
            <p:spPr>
              <a:xfrm>
                <a:off x="8720398" y="4340684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5"/>
              <p:cNvSpPr/>
              <p:nvPr/>
            </p:nvSpPr>
            <p:spPr>
              <a:xfrm>
                <a:off x="8712171" y="448399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40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16"/>
                      <a:pt x="0" y="340"/>
                    </a:cubicBezTo>
                    <a:cubicBezTo>
                      <a:pt x="8" y="555"/>
                      <a:pt x="93" y="679"/>
                      <a:pt x="224" y="679"/>
                    </a:cubicBezTo>
                    <a:cubicBezTo>
                      <a:pt x="370" y="679"/>
                      <a:pt x="447" y="555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5"/>
              <p:cNvSpPr/>
              <p:nvPr/>
            </p:nvSpPr>
            <p:spPr>
              <a:xfrm>
                <a:off x="8720398" y="4630049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5"/>
              <p:cNvSpPr/>
              <p:nvPr/>
            </p:nvSpPr>
            <p:spPr>
              <a:xfrm>
                <a:off x="8712171" y="477336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40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16"/>
                      <a:pt x="0" y="340"/>
                    </a:cubicBezTo>
                    <a:cubicBezTo>
                      <a:pt x="8" y="555"/>
                      <a:pt x="93" y="679"/>
                      <a:pt x="224" y="679"/>
                    </a:cubicBezTo>
                    <a:cubicBezTo>
                      <a:pt x="370" y="679"/>
                      <a:pt x="447" y="555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5"/>
              <p:cNvSpPr/>
              <p:nvPr/>
            </p:nvSpPr>
            <p:spPr>
              <a:xfrm>
                <a:off x="8720398" y="4919414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5"/>
              <p:cNvSpPr/>
              <p:nvPr/>
            </p:nvSpPr>
            <p:spPr>
              <a:xfrm>
                <a:off x="8712171" y="506272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40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16"/>
                      <a:pt x="0" y="340"/>
                    </a:cubicBezTo>
                    <a:cubicBezTo>
                      <a:pt x="8" y="555"/>
                      <a:pt x="93" y="679"/>
                      <a:pt x="224" y="679"/>
                    </a:cubicBezTo>
                    <a:cubicBezTo>
                      <a:pt x="370" y="679"/>
                      <a:pt x="447" y="555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6" name="Google Shape;1396;p5"/>
            <p:cNvGrpSpPr/>
            <p:nvPr/>
          </p:nvGrpSpPr>
          <p:grpSpPr>
            <a:xfrm>
              <a:off x="110918" y="206"/>
              <a:ext cx="53295" cy="4852321"/>
              <a:chOff x="62135" y="206"/>
              <a:chExt cx="53295" cy="4852321"/>
            </a:xfrm>
          </p:grpSpPr>
          <p:sp>
            <p:nvSpPr>
              <p:cNvPr id="1397" name="Google Shape;1397;p5"/>
              <p:cNvSpPr/>
              <p:nvPr/>
            </p:nvSpPr>
            <p:spPr>
              <a:xfrm>
                <a:off x="70362" y="206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5"/>
              <p:cNvSpPr/>
              <p:nvPr/>
            </p:nvSpPr>
            <p:spPr>
              <a:xfrm>
                <a:off x="70362" y="1443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5"/>
              <p:cNvSpPr/>
              <p:nvPr/>
            </p:nvSpPr>
            <p:spPr>
              <a:xfrm>
                <a:off x="70362" y="288618"/>
                <a:ext cx="26707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64" extrusionOk="0">
                    <a:moveTo>
                      <a:pt x="147" y="0"/>
                    </a:moveTo>
                    <a:lnTo>
                      <a:pt x="0" y="85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63"/>
                    </a:lnTo>
                    <a:lnTo>
                      <a:pt x="224" y="663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5"/>
              <p:cNvSpPr/>
              <p:nvPr/>
            </p:nvSpPr>
            <p:spPr>
              <a:xfrm>
                <a:off x="70362" y="43371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5"/>
              <p:cNvSpPr/>
              <p:nvPr/>
            </p:nvSpPr>
            <p:spPr>
              <a:xfrm>
                <a:off x="62135" y="57702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7"/>
                      <a:pt x="93" y="347"/>
                    </a:cubicBezTo>
                    <a:cubicBezTo>
                      <a:pt x="93" y="163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5"/>
              <p:cNvSpPr/>
              <p:nvPr/>
            </p:nvSpPr>
            <p:spPr>
              <a:xfrm>
                <a:off x="62135" y="722248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2"/>
                    </a:moveTo>
                    <a:cubicBezTo>
                      <a:pt x="316" y="62"/>
                      <a:pt x="362" y="162"/>
                      <a:pt x="362" y="331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62"/>
                      <a:pt x="224" y="62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5"/>
              <p:cNvSpPr/>
              <p:nvPr/>
            </p:nvSpPr>
            <p:spPr>
              <a:xfrm>
                <a:off x="70362" y="86830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5"/>
              <p:cNvSpPr/>
              <p:nvPr/>
            </p:nvSpPr>
            <p:spPr>
              <a:xfrm>
                <a:off x="62135" y="1010660"/>
                <a:ext cx="53295" cy="8190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87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9"/>
                    </a:cubicBezTo>
                    <a:cubicBezTo>
                      <a:pt x="362" y="509"/>
                      <a:pt x="316" y="617"/>
                      <a:pt x="224" y="617"/>
                    </a:cubicBezTo>
                    <a:cubicBezTo>
                      <a:pt x="146" y="617"/>
                      <a:pt x="93" y="517"/>
                      <a:pt x="93" y="347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4"/>
                      <a:pt x="0" y="347"/>
                    </a:cubicBezTo>
                    <a:cubicBezTo>
                      <a:pt x="8" y="563"/>
                      <a:pt x="93" y="686"/>
                      <a:pt x="224" y="686"/>
                    </a:cubicBezTo>
                    <a:cubicBezTo>
                      <a:pt x="362" y="686"/>
                      <a:pt x="447" y="563"/>
                      <a:pt x="447" y="339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5"/>
              <p:cNvSpPr/>
              <p:nvPr/>
            </p:nvSpPr>
            <p:spPr>
              <a:xfrm>
                <a:off x="70362" y="1156713"/>
                <a:ext cx="26707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64" extrusionOk="0">
                    <a:moveTo>
                      <a:pt x="147" y="1"/>
                    </a:moveTo>
                    <a:lnTo>
                      <a:pt x="0" y="85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63"/>
                    </a:lnTo>
                    <a:lnTo>
                      <a:pt x="224" y="663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5"/>
              <p:cNvSpPr/>
              <p:nvPr/>
            </p:nvSpPr>
            <p:spPr>
              <a:xfrm>
                <a:off x="62135" y="130097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1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5"/>
              <p:cNvSpPr/>
              <p:nvPr/>
            </p:nvSpPr>
            <p:spPr>
              <a:xfrm>
                <a:off x="70362" y="144703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5"/>
              <p:cNvSpPr/>
              <p:nvPr/>
            </p:nvSpPr>
            <p:spPr>
              <a:xfrm>
                <a:off x="62135" y="1590344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5"/>
              <p:cNvSpPr/>
              <p:nvPr/>
            </p:nvSpPr>
            <p:spPr>
              <a:xfrm>
                <a:off x="70362" y="1736397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5"/>
              <p:cNvSpPr/>
              <p:nvPr/>
            </p:nvSpPr>
            <p:spPr>
              <a:xfrm>
                <a:off x="62135" y="187970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2"/>
                    </a:moveTo>
                    <a:cubicBezTo>
                      <a:pt x="316" y="62"/>
                      <a:pt x="362" y="162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62"/>
                      <a:pt x="224" y="62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5"/>
              <p:cNvSpPr/>
              <p:nvPr/>
            </p:nvSpPr>
            <p:spPr>
              <a:xfrm>
                <a:off x="70362" y="202576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5"/>
              <p:cNvSpPr/>
              <p:nvPr/>
            </p:nvSpPr>
            <p:spPr>
              <a:xfrm>
                <a:off x="70362" y="216990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5"/>
              <p:cNvSpPr/>
              <p:nvPr/>
            </p:nvSpPr>
            <p:spPr>
              <a:xfrm>
                <a:off x="62135" y="231322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0"/>
                      <a:pt x="224" y="610"/>
                    </a:cubicBezTo>
                    <a:cubicBezTo>
                      <a:pt x="146" y="610"/>
                      <a:pt x="93" y="517"/>
                      <a:pt x="93" y="348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5"/>
              <p:cNvSpPr/>
              <p:nvPr/>
            </p:nvSpPr>
            <p:spPr>
              <a:xfrm>
                <a:off x="62135" y="245843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5"/>
              <p:cNvSpPr/>
              <p:nvPr/>
            </p:nvSpPr>
            <p:spPr>
              <a:xfrm>
                <a:off x="70362" y="260449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5"/>
              <p:cNvSpPr/>
              <p:nvPr/>
            </p:nvSpPr>
            <p:spPr>
              <a:xfrm>
                <a:off x="62135" y="2747804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5"/>
              <p:cNvSpPr/>
              <p:nvPr/>
            </p:nvSpPr>
            <p:spPr>
              <a:xfrm>
                <a:off x="70362" y="289385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5"/>
              <p:cNvSpPr/>
              <p:nvPr/>
            </p:nvSpPr>
            <p:spPr>
              <a:xfrm>
                <a:off x="70362" y="303812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5"/>
              <p:cNvSpPr/>
              <p:nvPr/>
            </p:nvSpPr>
            <p:spPr>
              <a:xfrm>
                <a:off x="62135" y="3181315"/>
                <a:ext cx="53295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80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10"/>
                      <a:pt x="316" y="610"/>
                      <a:pt x="224" y="610"/>
                    </a:cubicBezTo>
                    <a:cubicBezTo>
                      <a:pt x="146" y="610"/>
                      <a:pt x="93" y="517"/>
                      <a:pt x="93" y="348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5"/>
              <p:cNvSpPr/>
              <p:nvPr/>
            </p:nvSpPr>
            <p:spPr>
              <a:xfrm>
                <a:off x="62135" y="332653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5"/>
              <p:cNvSpPr/>
              <p:nvPr/>
            </p:nvSpPr>
            <p:spPr>
              <a:xfrm>
                <a:off x="62135" y="347080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62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2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5"/>
              <p:cNvSpPr/>
              <p:nvPr/>
            </p:nvSpPr>
            <p:spPr>
              <a:xfrm>
                <a:off x="70362" y="361685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5"/>
              <p:cNvSpPr/>
              <p:nvPr/>
            </p:nvSpPr>
            <p:spPr>
              <a:xfrm>
                <a:off x="70362" y="37619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5"/>
              <p:cNvSpPr/>
              <p:nvPr/>
            </p:nvSpPr>
            <p:spPr>
              <a:xfrm>
                <a:off x="70362" y="390621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5"/>
              <p:cNvSpPr/>
              <p:nvPr/>
            </p:nvSpPr>
            <p:spPr>
              <a:xfrm>
                <a:off x="62135" y="404953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62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5"/>
              <p:cNvSpPr/>
              <p:nvPr/>
            </p:nvSpPr>
            <p:spPr>
              <a:xfrm>
                <a:off x="70362" y="419558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5"/>
              <p:cNvSpPr/>
              <p:nvPr/>
            </p:nvSpPr>
            <p:spPr>
              <a:xfrm>
                <a:off x="62135" y="433889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70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5"/>
              <p:cNvSpPr/>
              <p:nvPr/>
            </p:nvSpPr>
            <p:spPr>
              <a:xfrm>
                <a:off x="70362" y="448494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5"/>
              <p:cNvSpPr/>
              <p:nvPr/>
            </p:nvSpPr>
            <p:spPr>
              <a:xfrm>
                <a:off x="62135" y="462826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70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5"/>
              <p:cNvSpPr/>
              <p:nvPr/>
            </p:nvSpPr>
            <p:spPr>
              <a:xfrm>
                <a:off x="70362" y="477431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1" name="Google Shape;1431;p5"/>
            <p:cNvGrpSpPr/>
            <p:nvPr/>
          </p:nvGrpSpPr>
          <p:grpSpPr>
            <a:xfrm>
              <a:off x="384275" y="206"/>
              <a:ext cx="53414" cy="4852321"/>
              <a:chOff x="418506" y="206"/>
              <a:chExt cx="53414" cy="4852321"/>
            </a:xfrm>
          </p:grpSpPr>
          <p:sp>
            <p:nvSpPr>
              <p:cNvPr id="1432" name="Google Shape;1432;p5"/>
              <p:cNvSpPr/>
              <p:nvPr/>
            </p:nvSpPr>
            <p:spPr>
              <a:xfrm>
                <a:off x="426733" y="206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5"/>
              <p:cNvSpPr/>
              <p:nvPr/>
            </p:nvSpPr>
            <p:spPr>
              <a:xfrm>
                <a:off x="426733" y="14435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7" y="656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5"/>
              <p:cNvSpPr/>
              <p:nvPr/>
            </p:nvSpPr>
            <p:spPr>
              <a:xfrm>
                <a:off x="426733" y="288618"/>
                <a:ext cx="25872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64" extrusionOk="0">
                    <a:moveTo>
                      <a:pt x="140" y="0"/>
                    </a:moveTo>
                    <a:lnTo>
                      <a:pt x="1" y="85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63"/>
                    </a:lnTo>
                    <a:lnTo>
                      <a:pt x="217" y="663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5"/>
              <p:cNvSpPr/>
              <p:nvPr/>
            </p:nvSpPr>
            <p:spPr>
              <a:xfrm>
                <a:off x="426733" y="43371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7" y="656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5"/>
              <p:cNvSpPr/>
              <p:nvPr/>
            </p:nvSpPr>
            <p:spPr>
              <a:xfrm>
                <a:off x="418506" y="57702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7"/>
                      <a:pt x="85" y="347"/>
                    </a:cubicBezTo>
                    <a:cubicBezTo>
                      <a:pt x="85" y="163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1" y="124"/>
                      <a:pt x="1" y="340"/>
                    </a:cubicBezTo>
                    <a:cubicBezTo>
                      <a:pt x="1" y="563"/>
                      <a:pt x="85" y="679"/>
                      <a:pt x="216" y="679"/>
                    </a:cubicBezTo>
                    <a:cubicBezTo>
                      <a:pt x="363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5"/>
              <p:cNvSpPr/>
              <p:nvPr/>
            </p:nvSpPr>
            <p:spPr>
              <a:xfrm>
                <a:off x="418506" y="722248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2"/>
                    </a:moveTo>
                    <a:cubicBezTo>
                      <a:pt x="316" y="62"/>
                      <a:pt x="355" y="162"/>
                      <a:pt x="355" y="331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62"/>
                      <a:pt x="224" y="62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5"/>
              <p:cNvSpPr/>
              <p:nvPr/>
            </p:nvSpPr>
            <p:spPr>
              <a:xfrm>
                <a:off x="426733" y="86830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5"/>
              <p:cNvSpPr/>
              <p:nvPr/>
            </p:nvSpPr>
            <p:spPr>
              <a:xfrm>
                <a:off x="418506" y="1010660"/>
                <a:ext cx="53414" cy="81909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87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9"/>
                    </a:cubicBezTo>
                    <a:cubicBezTo>
                      <a:pt x="355" y="509"/>
                      <a:pt x="309" y="617"/>
                      <a:pt x="224" y="617"/>
                    </a:cubicBezTo>
                    <a:cubicBezTo>
                      <a:pt x="139" y="617"/>
                      <a:pt x="85" y="517"/>
                      <a:pt x="85" y="347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4"/>
                      <a:pt x="1" y="347"/>
                    </a:cubicBezTo>
                    <a:cubicBezTo>
                      <a:pt x="1" y="563"/>
                      <a:pt x="85" y="686"/>
                      <a:pt x="216" y="686"/>
                    </a:cubicBezTo>
                    <a:cubicBezTo>
                      <a:pt x="363" y="686"/>
                      <a:pt x="447" y="563"/>
                      <a:pt x="447" y="339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5"/>
              <p:cNvSpPr/>
              <p:nvPr/>
            </p:nvSpPr>
            <p:spPr>
              <a:xfrm>
                <a:off x="426733" y="1156713"/>
                <a:ext cx="25872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64" extrusionOk="0">
                    <a:moveTo>
                      <a:pt x="140" y="1"/>
                    </a:moveTo>
                    <a:lnTo>
                      <a:pt x="1" y="85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63"/>
                    </a:lnTo>
                    <a:lnTo>
                      <a:pt x="217" y="663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5"/>
              <p:cNvSpPr/>
              <p:nvPr/>
            </p:nvSpPr>
            <p:spPr>
              <a:xfrm>
                <a:off x="418506" y="130097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1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5"/>
              <p:cNvSpPr/>
              <p:nvPr/>
            </p:nvSpPr>
            <p:spPr>
              <a:xfrm>
                <a:off x="426733" y="144703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5"/>
              <p:cNvSpPr/>
              <p:nvPr/>
            </p:nvSpPr>
            <p:spPr>
              <a:xfrm>
                <a:off x="418506" y="159034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5"/>
              <p:cNvSpPr/>
              <p:nvPr/>
            </p:nvSpPr>
            <p:spPr>
              <a:xfrm>
                <a:off x="426733" y="1736397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5"/>
              <p:cNvSpPr/>
              <p:nvPr/>
            </p:nvSpPr>
            <p:spPr>
              <a:xfrm>
                <a:off x="418506" y="187970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2"/>
                    </a:moveTo>
                    <a:cubicBezTo>
                      <a:pt x="316" y="62"/>
                      <a:pt x="355" y="162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62"/>
                      <a:pt x="224" y="62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5"/>
              <p:cNvSpPr/>
              <p:nvPr/>
            </p:nvSpPr>
            <p:spPr>
              <a:xfrm>
                <a:off x="426733" y="202576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5"/>
              <p:cNvSpPr/>
              <p:nvPr/>
            </p:nvSpPr>
            <p:spPr>
              <a:xfrm>
                <a:off x="426733" y="216990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7" y="656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5"/>
              <p:cNvSpPr/>
              <p:nvPr/>
            </p:nvSpPr>
            <p:spPr>
              <a:xfrm>
                <a:off x="418506" y="231322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09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1" y="124"/>
                      <a:pt x="1" y="340"/>
                    </a:cubicBezTo>
                    <a:cubicBezTo>
                      <a:pt x="1" y="563"/>
                      <a:pt x="85" y="679"/>
                      <a:pt x="216" y="679"/>
                    </a:cubicBezTo>
                    <a:cubicBezTo>
                      <a:pt x="363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5"/>
              <p:cNvSpPr/>
              <p:nvPr/>
            </p:nvSpPr>
            <p:spPr>
              <a:xfrm>
                <a:off x="418506" y="245843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5"/>
              <p:cNvSpPr/>
              <p:nvPr/>
            </p:nvSpPr>
            <p:spPr>
              <a:xfrm>
                <a:off x="426733" y="260449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5"/>
              <p:cNvSpPr/>
              <p:nvPr/>
            </p:nvSpPr>
            <p:spPr>
              <a:xfrm>
                <a:off x="418506" y="274780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5"/>
              <p:cNvSpPr/>
              <p:nvPr/>
            </p:nvSpPr>
            <p:spPr>
              <a:xfrm>
                <a:off x="426733" y="289385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5"/>
              <p:cNvSpPr/>
              <p:nvPr/>
            </p:nvSpPr>
            <p:spPr>
              <a:xfrm>
                <a:off x="426733" y="303812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5"/>
              <p:cNvSpPr/>
              <p:nvPr/>
            </p:nvSpPr>
            <p:spPr>
              <a:xfrm>
                <a:off x="418506" y="3181315"/>
                <a:ext cx="53414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80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10"/>
                      <a:pt x="309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1" y="124"/>
                      <a:pt x="1" y="340"/>
                    </a:cubicBezTo>
                    <a:cubicBezTo>
                      <a:pt x="1" y="563"/>
                      <a:pt x="85" y="679"/>
                      <a:pt x="216" y="679"/>
                    </a:cubicBezTo>
                    <a:cubicBezTo>
                      <a:pt x="363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5"/>
              <p:cNvSpPr/>
              <p:nvPr/>
            </p:nvSpPr>
            <p:spPr>
              <a:xfrm>
                <a:off x="418506" y="33265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5"/>
              <p:cNvSpPr/>
              <p:nvPr/>
            </p:nvSpPr>
            <p:spPr>
              <a:xfrm>
                <a:off x="418506" y="347080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62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2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5"/>
              <p:cNvSpPr/>
              <p:nvPr/>
            </p:nvSpPr>
            <p:spPr>
              <a:xfrm>
                <a:off x="426733" y="361685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5"/>
              <p:cNvSpPr/>
              <p:nvPr/>
            </p:nvSpPr>
            <p:spPr>
              <a:xfrm>
                <a:off x="426733" y="376195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5"/>
              <p:cNvSpPr/>
              <p:nvPr/>
            </p:nvSpPr>
            <p:spPr>
              <a:xfrm>
                <a:off x="426733" y="390621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5"/>
              <p:cNvSpPr/>
              <p:nvPr/>
            </p:nvSpPr>
            <p:spPr>
              <a:xfrm>
                <a:off x="418506" y="404953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62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3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5"/>
              <p:cNvSpPr/>
              <p:nvPr/>
            </p:nvSpPr>
            <p:spPr>
              <a:xfrm>
                <a:off x="426733" y="419558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5"/>
              <p:cNvSpPr/>
              <p:nvPr/>
            </p:nvSpPr>
            <p:spPr>
              <a:xfrm>
                <a:off x="418506" y="433889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3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5"/>
              <p:cNvSpPr/>
              <p:nvPr/>
            </p:nvSpPr>
            <p:spPr>
              <a:xfrm>
                <a:off x="426733" y="448494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5"/>
              <p:cNvSpPr/>
              <p:nvPr/>
            </p:nvSpPr>
            <p:spPr>
              <a:xfrm>
                <a:off x="418506" y="462826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3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5"/>
              <p:cNvSpPr/>
              <p:nvPr/>
            </p:nvSpPr>
            <p:spPr>
              <a:xfrm>
                <a:off x="426733" y="477431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66" name="Google Shape;1466;p5"/>
            <p:cNvSpPr/>
            <p:nvPr/>
          </p:nvSpPr>
          <p:spPr>
            <a:xfrm>
              <a:off x="939336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5"/>
            <p:cNvSpPr/>
            <p:nvPr/>
          </p:nvSpPr>
          <p:spPr>
            <a:xfrm>
              <a:off x="939336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5"/>
            <p:cNvSpPr/>
            <p:nvPr/>
          </p:nvSpPr>
          <p:spPr>
            <a:xfrm>
              <a:off x="939336" y="288618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5"/>
            <p:cNvSpPr/>
            <p:nvPr/>
          </p:nvSpPr>
          <p:spPr>
            <a:xfrm>
              <a:off x="939336" y="43371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5"/>
            <p:cNvSpPr/>
            <p:nvPr/>
          </p:nvSpPr>
          <p:spPr>
            <a:xfrm>
              <a:off x="931109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7"/>
                    <a:pt x="93" y="347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1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5"/>
            <p:cNvSpPr/>
            <p:nvPr/>
          </p:nvSpPr>
          <p:spPr>
            <a:xfrm>
              <a:off x="931109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5"/>
            <p:cNvSpPr/>
            <p:nvPr/>
          </p:nvSpPr>
          <p:spPr>
            <a:xfrm>
              <a:off x="939336" y="86830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5"/>
            <p:cNvSpPr/>
            <p:nvPr/>
          </p:nvSpPr>
          <p:spPr>
            <a:xfrm>
              <a:off x="931109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9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7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24"/>
                    <a:pt x="0" y="347"/>
                  </a:cubicBezTo>
                  <a:cubicBezTo>
                    <a:pt x="8" y="563"/>
                    <a:pt x="93" y="686"/>
                    <a:pt x="224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5"/>
            <p:cNvSpPr/>
            <p:nvPr/>
          </p:nvSpPr>
          <p:spPr>
            <a:xfrm>
              <a:off x="8168419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5"/>
            <p:cNvSpPr/>
            <p:nvPr/>
          </p:nvSpPr>
          <p:spPr>
            <a:xfrm>
              <a:off x="8168419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5"/>
            <p:cNvSpPr/>
            <p:nvPr/>
          </p:nvSpPr>
          <p:spPr>
            <a:xfrm>
              <a:off x="8168419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5"/>
            <p:cNvSpPr/>
            <p:nvPr/>
          </p:nvSpPr>
          <p:spPr>
            <a:xfrm>
              <a:off x="8168419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5"/>
            <p:cNvSpPr/>
            <p:nvPr/>
          </p:nvSpPr>
          <p:spPr>
            <a:xfrm>
              <a:off x="8160192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5"/>
            <p:cNvSpPr/>
            <p:nvPr/>
          </p:nvSpPr>
          <p:spPr>
            <a:xfrm>
              <a:off x="8160192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5"/>
            <p:cNvSpPr/>
            <p:nvPr/>
          </p:nvSpPr>
          <p:spPr>
            <a:xfrm>
              <a:off x="8168419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5"/>
            <p:cNvSpPr/>
            <p:nvPr/>
          </p:nvSpPr>
          <p:spPr>
            <a:xfrm>
              <a:off x="8160192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5"/>
            <p:cNvSpPr/>
            <p:nvPr/>
          </p:nvSpPr>
          <p:spPr>
            <a:xfrm>
              <a:off x="8441061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5"/>
            <p:cNvSpPr/>
            <p:nvPr/>
          </p:nvSpPr>
          <p:spPr>
            <a:xfrm>
              <a:off x="8441061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5"/>
            <p:cNvSpPr/>
            <p:nvPr/>
          </p:nvSpPr>
          <p:spPr>
            <a:xfrm>
              <a:off x="8441061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5"/>
            <p:cNvSpPr/>
            <p:nvPr/>
          </p:nvSpPr>
          <p:spPr>
            <a:xfrm>
              <a:off x="8441061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5"/>
            <p:cNvSpPr/>
            <p:nvPr/>
          </p:nvSpPr>
          <p:spPr>
            <a:xfrm>
              <a:off x="8433669" y="57702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5"/>
            <p:cNvSpPr/>
            <p:nvPr/>
          </p:nvSpPr>
          <p:spPr>
            <a:xfrm>
              <a:off x="8433669" y="722248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5"/>
            <p:cNvSpPr/>
            <p:nvPr/>
          </p:nvSpPr>
          <p:spPr>
            <a:xfrm>
              <a:off x="8441061" y="86830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5"/>
            <p:cNvSpPr/>
            <p:nvPr/>
          </p:nvSpPr>
          <p:spPr>
            <a:xfrm>
              <a:off x="8433669" y="1010660"/>
              <a:ext cx="52460" cy="81909"/>
            </a:xfrm>
            <a:custGeom>
              <a:avLst/>
              <a:gdLst/>
              <a:ahLst/>
              <a:cxnLst/>
              <a:rect l="l" t="t" r="r" b="b"/>
              <a:pathLst>
                <a:path w="440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09" y="617"/>
                    <a:pt x="216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3" y="686"/>
                    <a:pt x="440" y="563"/>
                    <a:pt x="440" y="339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5"/>
            <p:cNvSpPr/>
            <p:nvPr/>
          </p:nvSpPr>
          <p:spPr>
            <a:xfrm>
              <a:off x="8441061" y="1156713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1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5"/>
            <p:cNvSpPr/>
            <p:nvPr/>
          </p:nvSpPr>
          <p:spPr>
            <a:xfrm>
              <a:off x="8433669" y="130097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5"/>
            <p:cNvSpPr/>
            <p:nvPr/>
          </p:nvSpPr>
          <p:spPr>
            <a:xfrm>
              <a:off x="8441061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5"/>
            <p:cNvSpPr/>
            <p:nvPr/>
          </p:nvSpPr>
          <p:spPr>
            <a:xfrm>
              <a:off x="8433669" y="1590344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5"/>
            <p:cNvSpPr/>
            <p:nvPr/>
          </p:nvSpPr>
          <p:spPr>
            <a:xfrm>
              <a:off x="8441061" y="1736397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5"/>
            <p:cNvSpPr/>
            <p:nvPr/>
          </p:nvSpPr>
          <p:spPr>
            <a:xfrm>
              <a:off x="8433669" y="187970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5"/>
            <p:cNvSpPr/>
            <p:nvPr/>
          </p:nvSpPr>
          <p:spPr>
            <a:xfrm>
              <a:off x="8441061" y="202576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5"/>
            <p:cNvSpPr/>
            <p:nvPr/>
          </p:nvSpPr>
          <p:spPr>
            <a:xfrm>
              <a:off x="8441061" y="216990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5"/>
            <p:cNvSpPr/>
            <p:nvPr/>
          </p:nvSpPr>
          <p:spPr>
            <a:xfrm>
              <a:off x="8433669" y="2313220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16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5"/>
            <p:cNvSpPr/>
            <p:nvPr/>
          </p:nvSpPr>
          <p:spPr>
            <a:xfrm>
              <a:off x="8433669" y="245843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0" name="Google Shape;1500;p5"/>
          <p:cNvSpPr txBox="1">
            <a:spLocks noGrp="1"/>
          </p:cNvSpPr>
          <p:nvPr>
            <p:ph type="subTitle" idx="1"/>
          </p:nvPr>
        </p:nvSpPr>
        <p:spPr>
          <a:xfrm>
            <a:off x="823525" y="2486050"/>
            <a:ext cx="25146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9pPr>
          </a:lstStyle>
          <a:p>
            <a:endParaRPr/>
          </a:p>
        </p:txBody>
      </p:sp>
      <p:sp>
        <p:nvSpPr>
          <p:cNvPr id="1501" name="Google Shape;1501;p5"/>
          <p:cNvSpPr txBox="1">
            <a:spLocks noGrp="1"/>
          </p:cNvSpPr>
          <p:nvPr>
            <p:ph type="subTitle" idx="2"/>
          </p:nvPr>
        </p:nvSpPr>
        <p:spPr>
          <a:xfrm>
            <a:off x="823525" y="2968128"/>
            <a:ext cx="2514600" cy="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02" name="Google Shape;1502;p5"/>
          <p:cNvSpPr txBox="1">
            <a:spLocks noGrp="1"/>
          </p:cNvSpPr>
          <p:nvPr>
            <p:ph type="subTitle" idx="3"/>
          </p:nvPr>
        </p:nvSpPr>
        <p:spPr>
          <a:xfrm>
            <a:off x="5805900" y="2486050"/>
            <a:ext cx="25146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9pPr>
          </a:lstStyle>
          <a:p>
            <a:endParaRPr/>
          </a:p>
        </p:txBody>
      </p:sp>
      <p:sp>
        <p:nvSpPr>
          <p:cNvPr id="1503" name="Google Shape;1503;p5"/>
          <p:cNvSpPr txBox="1">
            <a:spLocks noGrp="1"/>
          </p:cNvSpPr>
          <p:nvPr>
            <p:ph type="subTitle" idx="4"/>
          </p:nvPr>
        </p:nvSpPr>
        <p:spPr>
          <a:xfrm>
            <a:off x="5805900" y="2968130"/>
            <a:ext cx="2514600" cy="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04" name="Google Shape;1504;p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7" name="Google Shape;1687;p7"/>
          <p:cNvGrpSpPr/>
          <p:nvPr/>
        </p:nvGrpSpPr>
        <p:grpSpPr>
          <a:xfrm>
            <a:off x="189" y="52"/>
            <a:ext cx="9144013" cy="5143533"/>
            <a:chOff x="4088025" y="1324225"/>
            <a:chExt cx="1348575" cy="1101800"/>
          </a:xfrm>
        </p:grpSpPr>
        <p:sp>
          <p:nvSpPr>
            <p:cNvPr id="1688" name="Google Shape;1688;p7"/>
            <p:cNvSpPr/>
            <p:nvPr/>
          </p:nvSpPr>
          <p:spPr>
            <a:xfrm>
              <a:off x="4088025" y="24229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7"/>
            <p:cNvSpPr/>
            <p:nvPr/>
          </p:nvSpPr>
          <p:spPr>
            <a:xfrm>
              <a:off x="4088025" y="24005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7"/>
            <p:cNvSpPr/>
            <p:nvPr/>
          </p:nvSpPr>
          <p:spPr>
            <a:xfrm>
              <a:off x="4088025" y="2378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7"/>
            <p:cNvSpPr/>
            <p:nvPr/>
          </p:nvSpPr>
          <p:spPr>
            <a:xfrm>
              <a:off x="4088025" y="23557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7"/>
            <p:cNvSpPr/>
            <p:nvPr/>
          </p:nvSpPr>
          <p:spPr>
            <a:xfrm>
              <a:off x="4088025" y="23331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7"/>
            <p:cNvSpPr/>
            <p:nvPr/>
          </p:nvSpPr>
          <p:spPr>
            <a:xfrm>
              <a:off x="4088025" y="23108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7"/>
            <p:cNvSpPr/>
            <p:nvPr/>
          </p:nvSpPr>
          <p:spPr>
            <a:xfrm>
              <a:off x="4088025" y="22884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7"/>
            <p:cNvSpPr/>
            <p:nvPr/>
          </p:nvSpPr>
          <p:spPr>
            <a:xfrm>
              <a:off x="4088025" y="22659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7"/>
            <p:cNvSpPr/>
            <p:nvPr/>
          </p:nvSpPr>
          <p:spPr>
            <a:xfrm>
              <a:off x="4088025" y="22436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7"/>
            <p:cNvSpPr/>
            <p:nvPr/>
          </p:nvSpPr>
          <p:spPr>
            <a:xfrm>
              <a:off x="4088025" y="2221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7"/>
            <p:cNvSpPr/>
            <p:nvPr/>
          </p:nvSpPr>
          <p:spPr>
            <a:xfrm>
              <a:off x="4088025" y="21987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7"/>
            <p:cNvSpPr/>
            <p:nvPr/>
          </p:nvSpPr>
          <p:spPr>
            <a:xfrm>
              <a:off x="4088025" y="21761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7"/>
            <p:cNvSpPr/>
            <p:nvPr/>
          </p:nvSpPr>
          <p:spPr>
            <a:xfrm>
              <a:off x="4088025" y="21538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7"/>
            <p:cNvSpPr/>
            <p:nvPr/>
          </p:nvSpPr>
          <p:spPr>
            <a:xfrm>
              <a:off x="4088025" y="21314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7"/>
            <p:cNvSpPr/>
            <p:nvPr/>
          </p:nvSpPr>
          <p:spPr>
            <a:xfrm>
              <a:off x="4088025" y="21089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7"/>
            <p:cNvSpPr/>
            <p:nvPr/>
          </p:nvSpPr>
          <p:spPr>
            <a:xfrm>
              <a:off x="4088025" y="20866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7"/>
            <p:cNvSpPr/>
            <p:nvPr/>
          </p:nvSpPr>
          <p:spPr>
            <a:xfrm>
              <a:off x="4088025" y="2064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7"/>
            <p:cNvSpPr/>
            <p:nvPr/>
          </p:nvSpPr>
          <p:spPr>
            <a:xfrm>
              <a:off x="4088025" y="20417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7"/>
            <p:cNvSpPr/>
            <p:nvPr/>
          </p:nvSpPr>
          <p:spPr>
            <a:xfrm>
              <a:off x="4088025" y="20193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7"/>
            <p:cNvSpPr/>
            <p:nvPr/>
          </p:nvSpPr>
          <p:spPr>
            <a:xfrm>
              <a:off x="4088025" y="19968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7"/>
            <p:cNvSpPr/>
            <p:nvPr/>
          </p:nvSpPr>
          <p:spPr>
            <a:xfrm>
              <a:off x="4088025" y="19745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7"/>
            <p:cNvSpPr/>
            <p:nvPr/>
          </p:nvSpPr>
          <p:spPr>
            <a:xfrm>
              <a:off x="4088025" y="1951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7"/>
            <p:cNvSpPr/>
            <p:nvPr/>
          </p:nvSpPr>
          <p:spPr>
            <a:xfrm>
              <a:off x="4088025" y="19296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7"/>
            <p:cNvSpPr/>
            <p:nvPr/>
          </p:nvSpPr>
          <p:spPr>
            <a:xfrm>
              <a:off x="4088025" y="1907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7"/>
            <p:cNvSpPr/>
            <p:nvPr/>
          </p:nvSpPr>
          <p:spPr>
            <a:xfrm>
              <a:off x="4088025" y="18847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7"/>
            <p:cNvSpPr/>
            <p:nvPr/>
          </p:nvSpPr>
          <p:spPr>
            <a:xfrm>
              <a:off x="4088025" y="18624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7"/>
            <p:cNvSpPr/>
            <p:nvPr/>
          </p:nvSpPr>
          <p:spPr>
            <a:xfrm>
              <a:off x="4088025" y="18398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7"/>
            <p:cNvSpPr/>
            <p:nvPr/>
          </p:nvSpPr>
          <p:spPr>
            <a:xfrm>
              <a:off x="4088025" y="18175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7"/>
            <p:cNvSpPr/>
            <p:nvPr/>
          </p:nvSpPr>
          <p:spPr>
            <a:xfrm>
              <a:off x="4088025" y="1794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7"/>
            <p:cNvSpPr/>
            <p:nvPr/>
          </p:nvSpPr>
          <p:spPr>
            <a:xfrm>
              <a:off x="4088025" y="17726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7"/>
            <p:cNvSpPr/>
            <p:nvPr/>
          </p:nvSpPr>
          <p:spPr>
            <a:xfrm>
              <a:off x="4088025" y="1750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7"/>
            <p:cNvSpPr/>
            <p:nvPr/>
          </p:nvSpPr>
          <p:spPr>
            <a:xfrm>
              <a:off x="4088025" y="17277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7"/>
            <p:cNvSpPr/>
            <p:nvPr/>
          </p:nvSpPr>
          <p:spPr>
            <a:xfrm>
              <a:off x="4088025" y="17054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7"/>
            <p:cNvSpPr/>
            <p:nvPr/>
          </p:nvSpPr>
          <p:spPr>
            <a:xfrm>
              <a:off x="4088025" y="1683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7"/>
            <p:cNvSpPr/>
            <p:nvPr/>
          </p:nvSpPr>
          <p:spPr>
            <a:xfrm>
              <a:off x="4088025" y="16605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7"/>
            <p:cNvSpPr/>
            <p:nvPr/>
          </p:nvSpPr>
          <p:spPr>
            <a:xfrm>
              <a:off x="4088025" y="16381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7"/>
            <p:cNvSpPr/>
            <p:nvPr/>
          </p:nvSpPr>
          <p:spPr>
            <a:xfrm>
              <a:off x="4088025" y="1615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7"/>
            <p:cNvSpPr/>
            <p:nvPr/>
          </p:nvSpPr>
          <p:spPr>
            <a:xfrm>
              <a:off x="4088025" y="1593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7"/>
            <p:cNvSpPr/>
            <p:nvPr/>
          </p:nvSpPr>
          <p:spPr>
            <a:xfrm>
              <a:off x="4088025" y="157095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7"/>
            <p:cNvSpPr/>
            <p:nvPr/>
          </p:nvSpPr>
          <p:spPr>
            <a:xfrm>
              <a:off x="4088025" y="15484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7"/>
            <p:cNvSpPr/>
            <p:nvPr/>
          </p:nvSpPr>
          <p:spPr>
            <a:xfrm>
              <a:off x="4088025" y="1526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7"/>
            <p:cNvSpPr/>
            <p:nvPr/>
          </p:nvSpPr>
          <p:spPr>
            <a:xfrm>
              <a:off x="4088025" y="1503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7"/>
            <p:cNvSpPr/>
            <p:nvPr/>
          </p:nvSpPr>
          <p:spPr>
            <a:xfrm>
              <a:off x="4088025" y="14812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7"/>
            <p:cNvSpPr/>
            <p:nvPr/>
          </p:nvSpPr>
          <p:spPr>
            <a:xfrm>
              <a:off x="4088025" y="1458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7"/>
            <p:cNvSpPr/>
            <p:nvPr/>
          </p:nvSpPr>
          <p:spPr>
            <a:xfrm>
              <a:off x="4088025" y="14363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7"/>
            <p:cNvSpPr/>
            <p:nvPr/>
          </p:nvSpPr>
          <p:spPr>
            <a:xfrm>
              <a:off x="4088025" y="14139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7"/>
            <p:cNvSpPr/>
            <p:nvPr/>
          </p:nvSpPr>
          <p:spPr>
            <a:xfrm>
              <a:off x="4088025" y="13914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7"/>
            <p:cNvSpPr/>
            <p:nvPr/>
          </p:nvSpPr>
          <p:spPr>
            <a:xfrm>
              <a:off x="4088025" y="13691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7"/>
            <p:cNvSpPr/>
            <p:nvPr/>
          </p:nvSpPr>
          <p:spPr>
            <a:xfrm>
              <a:off x="4088025" y="1346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7"/>
            <p:cNvSpPr/>
            <p:nvPr/>
          </p:nvSpPr>
          <p:spPr>
            <a:xfrm>
              <a:off x="4088025" y="13242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8" name="Google Shape;1738;p7"/>
          <p:cNvSpPr txBox="1">
            <a:spLocks noGrp="1"/>
          </p:cNvSpPr>
          <p:nvPr>
            <p:ph type="subTitle" idx="1"/>
          </p:nvPr>
        </p:nvSpPr>
        <p:spPr>
          <a:xfrm>
            <a:off x="1116031" y="2562075"/>
            <a:ext cx="2958900" cy="11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39" name="Google Shape;1739;p7"/>
          <p:cNvSpPr txBox="1">
            <a:spLocks noGrp="1"/>
          </p:cNvSpPr>
          <p:nvPr>
            <p:ph type="title"/>
          </p:nvPr>
        </p:nvSpPr>
        <p:spPr>
          <a:xfrm>
            <a:off x="1116031" y="1408472"/>
            <a:ext cx="2958900" cy="116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grpSp>
        <p:nvGrpSpPr>
          <p:cNvPr id="1740" name="Google Shape;1740;p7"/>
          <p:cNvGrpSpPr/>
          <p:nvPr/>
        </p:nvGrpSpPr>
        <p:grpSpPr>
          <a:xfrm>
            <a:off x="145881" y="206"/>
            <a:ext cx="8852237" cy="5143474"/>
            <a:chOff x="145881" y="206"/>
            <a:chExt cx="8852237" cy="5143474"/>
          </a:xfrm>
        </p:grpSpPr>
        <p:grpSp>
          <p:nvGrpSpPr>
            <p:cNvPr id="1741" name="Google Shape;1741;p7"/>
            <p:cNvGrpSpPr/>
            <p:nvPr/>
          </p:nvGrpSpPr>
          <p:grpSpPr>
            <a:xfrm>
              <a:off x="145881" y="206"/>
              <a:ext cx="600248" cy="4852321"/>
              <a:chOff x="384275" y="206"/>
              <a:chExt cx="600248" cy="4852321"/>
            </a:xfrm>
          </p:grpSpPr>
          <p:sp>
            <p:nvSpPr>
              <p:cNvPr id="1742" name="Google Shape;1742;p7"/>
              <p:cNvSpPr/>
              <p:nvPr/>
            </p:nvSpPr>
            <p:spPr>
              <a:xfrm>
                <a:off x="665978" y="206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7"/>
              <p:cNvSpPr/>
              <p:nvPr/>
            </p:nvSpPr>
            <p:spPr>
              <a:xfrm>
                <a:off x="665978" y="1443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7"/>
              <p:cNvSpPr/>
              <p:nvPr/>
            </p:nvSpPr>
            <p:spPr>
              <a:xfrm>
                <a:off x="665978" y="28957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7"/>
              <p:cNvSpPr/>
              <p:nvPr/>
            </p:nvSpPr>
            <p:spPr>
              <a:xfrm>
                <a:off x="657752" y="432883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62"/>
                      <a:pt x="362" y="331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39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7"/>
              <p:cNvSpPr/>
              <p:nvPr/>
            </p:nvSpPr>
            <p:spPr>
              <a:xfrm>
                <a:off x="657752" y="57702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0"/>
                      <a:pt x="223" y="610"/>
                    </a:cubicBezTo>
                    <a:cubicBezTo>
                      <a:pt x="146" y="610"/>
                      <a:pt x="92" y="517"/>
                      <a:pt x="92" y="348"/>
                    </a:cubicBezTo>
                    <a:cubicBezTo>
                      <a:pt x="92" y="170"/>
                      <a:pt x="146" y="70"/>
                      <a:pt x="223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8"/>
                    </a:cubicBezTo>
                    <a:cubicBezTo>
                      <a:pt x="8" y="563"/>
                      <a:pt x="92" y="679"/>
                      <a:pt x="223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7"/>
              <p:cNvSpPr/>
              <p:nvPr/>
            </p:nvSpPr>
            <p:spPr>
              <a:xfrm>
                <a:off x="665978" y="72308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7"/>
              <p:cNvSpPr/>
              <p:nvPr/>
            </p:nvSpPr>
            <p:spPr>
              <a:xfrm>
                <a:off x="657752" y="866394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7"/>
                      <a:pt x="223" y="617"/>
                    </a:cubicBezTo>
                    <a:cubicBezTo>
                      <a:pt x="146" y="617"/>
                      <a:pt x="92" y="517"/>
                      <a:pt x="92" y="348"/>
                    </a:cubicBezTo>
                    <a:cubicBezTo>
                      <a:pt x="92" y="170"/>
                      <a:pt x="146" y="70"/>
                      <a:pt x="223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8"/>
                    </a:cubicBezTo>
                    <a:cubicBezTo>
                      <a:pt x="8" y="563"/>
                      <a:pt x="92" y="679"/>
                      <a:pt x="223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7"/>
              <p:cNvSpPr/>
              <p:nvPr/>
            </p:nvSpPr>
            <p:spPr>
              <a:xfrm>
                <a:off x="665978" y="101244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7"/>
              <p:cNvSpPr/>
              <p:nvPr/>
            </p:nvSpPr>
            <p:spPr>
              <a:xfrm>
                <a:off x="657752" y="115575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0"/>
                      <a:pt x="223" y="610"/>
                    </a:cubicBezTo>
                    <a:cubicBezTo>
                      <a:pt x="146" y="610"/>
                      <a:pt x="92" y="517"/>
                      <a:pt x="92" y="348"/>
                    </a:cubicBezTo>
                    <a:cubicBezTo>
                      <a:pt x="92" y="163"/>
                      <a:pt x="146" y="70"/>
                      <a:pt x="223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8"/>
                    </a:cubicBezTo>
                    <a:cubicBezTo>
                      <a:pt x="8" y="563"/>
                      <a:pt x="92" y="679"/>
                      <a:pt x="223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7"/>
              <p:cNvSpPr/>
              <p:nvPr/>
            </p:nvSpPr>
            <p:spPr>
              <a:xfrm>
                <a:off x="657752" y="130097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39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7"/>
              <p:cNvSpPr/>
              <p:nvPr/>
            </p:nvSpPr>
            <p:spPr>
              <a:xfrm>
                <a:off x="665978" y="144703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7"/>
              <p:cNvSpPr/>
              <p:nvPr/>
            </p:nvSpPr>
            <p:spPr>
              <a:xfrm>
                <a:off x="665978" y="159117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7"/>
              <p:cNvSpPr/>
              <p:nvPr/>
            </p:nvSpPr>
            <p:spPr>
              <a:xfrm>
                <a:off x="665978" y="1736397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7"/>
              <p:cNvSpPr/>
              <p:nvPr/>
            </p:nvSpPr>
            <p:spPr>
              <a:xfrm>
                <a:off x="657752" y="187970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62"/>
                      <a:pt x="362" y="332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39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7"/>
              <p:cNvSpPr/>
              <p:nvPr/>
            </p:nvSpPr>
            <p:spPr>
              <a:xfrm>
                <a:off x="665978" y="202576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7"/>
              <p:cNvSpPr/>
              <p:nvPr/>
            </p:nvSpPr>
            <p:spPr>
              <a:xfrm>
                <a:off x="665978" y="2170028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7"/>
              <p:cNvSpPr/>
              <p:nvPr/>
            </p:nvSpPr>
            <p:spPr>
              <a:xfrm>
                <a:off x="657752" y="231322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7"/>
                      <a:pt x="223" y="617"/>
                    </a:cubicBezTo>
                    <a:cubicBezTo>
                      <a:pt x="146" y="617"/>
                      <a:pt x="92" y="517"/>
                      <a:pt x="92" y="348"/>
                    </a:cubicBezTo>
                    <a:cubicBezTo>
                      <a:pt x="92" y="170"/>
                      <a:pt x="146" y="70"/>
                      <a:pt x="223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8"/>
                    </a:cubicBezTo>
                    <a:cubicBezTo>
                      <a:pt x="8" y="563"/>
                      <a:pt x="92" y="679"/>
                      <a:pt x="223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7"/>
              <p:cNvSpPr/>
              <p:nvPr/>
            </p:nvSpPr>
            <p:spPr>
              <a:xfrm>
                <a:off x="665978" y="245939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60" name="Google Shape;1760;p7"/>
              <p:cNvGrpSpPr/>
              <p:nvPr/>
            </p:nvGrpSpPr>
            <p:grpSpPr>
              <a:xfrm>
                <a:off x="384275" y="206"/>
                <a:ext cx="53414" cy="4852321"/>
                <a:chOff x="418506" y="206"/>
                <a:chExt cx="53414" cy="4852321"/>
              </a:xfrm>
            </p:grpSpPr>
            <p:sp>
              <p:nvSpPr>
                <p:cNvPr id="1761" name="Google Shape;1761;p7"/>
                <p:cNvSpPr/>
                <p:nvPr/>
              </p:nvSpPr>
              <p:spPr>
                <a:xfrm>
                  <a:off x="426733" y="206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39"/>
                      </a:lnTo>
                      <a:lnTo>
                        <a:pt x="132" y="77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2" name="Google Shape;1762;p7"/>
                <p:cNvSpPr/>
                <p:nvPr/>
              </p:nvSpPr>
              <p:spPr>
                <a:xfrm>
                  <a:off x="426733" y="144353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1"/>
                      </a:moveTo>
                      <a:lnTo>
                        <a:pt x="1" y="78"/>
                      </a:lnTo>
                      <a:lnTo>
                        <a:pt x="16" y="147"/>
                      </a:lnTo>
                      <a:lnTo>
                        <a:pt x="132" y="86"/>
                      </a:lnTo>
                      <a:lnTo>
                        <a:pt x="132" y="656"/>
                      </a:lnTo>
                      <a:lnTo>
                        <a:pt x="217" y="656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3" name="Google Shape;1763;p7"/>
                <p:cNvSpPr/>
                <p:nvPr/>
              </p:nvSpPr>
              <p:spPr>
                <a:xfrm>
                  <a:off x="426733" y="288618"/>
                  <a:ext cx="25872" cy="79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64" extrusionOk="0">
                      <a:moveTo>
                        <a:pt x="140" y="0"/>
                      </a:moveTo>
                      <a:lnTo>
                        <a:pt x="1" y="85"/>
                      </a:lnTo>
                      <a:lnTo>
                        <a:pt x="16" y="147"/>
                      </a:lnTo>
                      <a:lnTo>
                        <a:pt x="132" y="85"/>
                      </a:lnTo>
                      <a:lnTo>
                        <a:pt x="132" y="663"/>
                      </a:lnTo>
                      <a:lnTo>
                        <a:pt x="217" y="663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4" name="Google Shape;1764;p7"/>
                <p:cNvSpPr/>
                <p:nvPr/>
              </p:nvSpPr>
              <p:spPr>
                <a:xfrm>
                  <a:off x="426733" y="433718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1"/>
                      </a:moveTo>
                      <a:lnTo>
                        <a:pt x="1" y="78"/>
                      </a:lnTo>
                      <a:lnTo>
                        <a:pt x="16" y="147"/>
                      </a:lnTo>
                      <a:lnTo>
                        <a:pt x="132" y="86"/>
                      </a:lnTo>
                      <a:lnTo>
                        <a:pt x="132" y="656"/>
                      </a:lnTo>
                      <a:lnTo>
                        <a:pt x="217" y="656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5" name="Google Shape;1765;p7"/>
                <p:cNvSpPr/>
                <p:nvPr/>
              </p:nvSpPr>
              <p:spPr>
                <a:xfrm>
                  <a:off x="418506" y="577029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40"/>
                      </a:cubicBezTo>
                      <a:cubicBezTo>
                        <a:pt x="355" y="509"/>
                        <a:pt x="309" y="609"/>
                        <a:pt x="224" y="609"/>
                      </a:cubicBezTo>
                      <a:cubicBezTo>
                        <a:pt x="139" y="609"/>
                        <a:pt x="85" y="517"/>
                        <a:pt x="85" y="347"/>
                      </a:cubicBezTo>
                      <a:cubicBezTo>
                        <a:pt x="85" y="163"/>
                        <a:pt x="147" y="70"/>
                        <a:pt x="224" y="70"/>
                      </a:cubicBezTo>
                      <a:close/>
                      <a:moveTo>
                        <a:pt x="224" y="1"/>
                      </a:moveTo>
                      <a:cubicBezTo>
                        <a:pt x="93" y="1"/>
                        <a:pt x="1" y="124"/>
                        <a:pt x="1" y="340"/>
                      </a:cubicBezTo>
                      <a:cubicBezTo>
                        <a:pt x="1" y="563"/>
                        <a:pt x="85" y="679"/>
                        <a:pt x="216" y="679"/>
                      </a:cubicBezTo>
                      <a:cubicBezTo>
                        <a:pt x="363" y="679"/>
                        <a:pt x="447" y="556"/>
                        <a:pt x="447" y="332"/>
                      </a:cubicBezTo>
                      <a:cubicBezTo>
                        <a:pt x="447" y="124"/>
                        <a:pt x="363" y="1"/>
                        <a:pt x="224" y="1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6" name="Google Shape;1766;p7"/>
                <p:cNvSpPr/>
                <p:nvPr/>
              </p:nvSpPr>
              <p:spPr>
                <a:xfrm>
                  <a:off x="418506" y="722248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62"/>
                      </a:moveTo>
                      <a:cubicBezTo>
                        <a:pt x="316" y="62"/>
                        <a:pt x="355" y="162"/>
                        <a:pt x="355" y="331"/>
                      </a:cubicBezTo>
                      <a:cubicBezTo>
                        <a:pt x="355" y="501"/>
                        <a:pt x="309" y="609"/>
                        <a:pt x="224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47" y="62"/>
                        <a:pt x="224" y="62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16"/>
                        <a:pt x="1" y="339"/>
                      </a:cubicBezTo>
                      <a:cubicBezTo>
                        <a:pt x="1" y="555"/>
                        <a:pt x="85" y="678"/>
                        <a:pt x="216" y="678"/>
                      </a:cubicBezTo>
                      <a:cubicBezTo>
                        <a:pt x="363" y="678"/>
                        <a:pt x="447" y="555"/>
                        <a:pt x="447" y="331"/>
                      </a:cubicBezTo>
                      <a:cubicBezTo>
                        <a:pt x="447" y="123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7" name="Google Shape;1767;p7"/>
                <p:cNvSpPr/>
                <p:nvPr/>
              </p:nvSpPr>
              <p:spPr>
                <a:xfrm>
                  <a:off x="426733" y="868302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39"/>
                      </a:lnTo>
                      <a:lnTo>
                        <a:pt x="132" y="77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1768;p7"/>
                <p:cNvSpPr/>
                <p:nvPr/>
              </p:nvSpPr>
              <p:spPr>
                <a:xfrm>
                  <a:off x="418506" y="1010660"/>
                  <a:ext cx="53414" cy="81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87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39"/>
                      </a:cubicBezTo>
                      <a:cubicBezTo>
                        <a:pt x="355" y="509"/>
                        <a:pt x="309" y="617"/>
                        <a:pt x="224" y="617"/>
                      </a:cubicBezTo>
                      <a:cubicBezTo>
                        <a:pt x="139" y="617"/>
                        <a:pt x="85" y="517"/>
                        <a:pt x="85" y="347"/>
                      </a:cubicBezTo>
                      <a:cubicBezTo>
                        <a:pt x="85" y="170"/>
                        <a:pt x="147" y="70"/>
                        <a:pt x="224" y="70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24"/>
                        <a:pt x="1" y="347"/>
                      </a:cubicBezTo>
                      <a:cubicBezTo>
                        <a:pt x="1" y="563"/>
                        <a:pt x="85" y="686"/>
                        <a:pt x="216" y="686"/>
                      </a:cubicBezTo>
                      <a:cubicBezTo>
                        <a:pt x="363" y="686"/>
                        <a:pt x="447" y="563"/>
                        <a:pt x="447" y="339"/>
                      </a:cubicBezTo>
                      <a:cubicBezTo>
                        <a:pt x="447" y="124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1769;p7"/>
                <p:cNvSpPr/>
                <p:nvPr/>
              </p:nvSpPr>
              <p:spPr>
                <a:xfrm>
                  <a:off x="426733" y="1156713"/>
                  <a:ext cx="25872" cy="79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64" extrusionOk="0">
                      <a:moveTo>
                        <a:pt x="140" y="1"/>
                      </a:moveTo>
                      <a:lnTo>
                        <a:pt x="1" y="85"/>
                      </a:lnTo>
                      <a:lnTo>
                        <a:pt x="16" y="147"/>
                      </a:lnTo>
                      <a:lnTo>
                        <a:pt x="132" y="85"/>
                      </a:lnTo>
                      <a:lnTo>
                        <a:pt x="132" y="663"/>
                      </a:lnTo>
                      <a:lnTo>
                        <a:pt x="217" y="663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770;p7"/>
                <p:cNvSpPr/>
                <p:nvPr/>
              </p:nvSpPr>
              <p:spPr>
                <a:xfrm>
                  <a:off x="418506" y="1300979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31"/>
                      </a:cubicBezTo>
                      <a:cubicBezTo>
                        <a:pt x="355" y="501"/>
                        <a:pt x="309" y="609"/>
                        <a:pt x="224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47" y="70"/>
                        <a:pt x="224" y="70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16"/>
                        <a:pt x="1" y="339"/>
                      </a:cubicBezTo>
                      <a:cubicBezTo>
                        <a:pt x="1" y="555"/>
                        <a:pt x="85" y="678"/>
                        <a:pt x="216" y="678"/>
                      </a:cubicBezTo>
                      <a:cubicBezTo>
                        <a:pt x="363" y="678"/>
                        <a:pt x="447" y="555"/>
                        <a:pt x="447" y="331"/>
                      </a:cubicBezTo>
                      <a:cubicBezTo>
                        <a:pt x="447" y="123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1771;p7"/>
                <p:cNvSpPr/>
                <p:nvPr/>
              </p:nvSpPr>
              <p:spPr>
                <a:xfrm>
                  <a:off x="426733" y="1447032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39"/>
                      </a:lnTo>
                      <a:lnTo>
                        <a:pt x="132" y="77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1772;p7"/>
                <p:cNvSpPr/>
                <p:nvPr/>
              </p:nvSpPr>
              <p:spPr>
                <a:xfrm>
                  <a:off x="418506" y="1590344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32"/>
                      </a:cubicBezTo>
                      <a:cubicBezTo>
                        <a:pt x="355" y="501"/>
                        <a:pt x="309" y="609"/>
                        <a:pt x="224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47" y="70"/>
                        <a:pt x="224" y="70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16"/>
                        <a:pt x="1" y="339"/>
                      </a:cubicBezTo>
                      <a:cubicBezTo>
                        <a:pt x="1" y="555"/>
                        <a:pt x="85" y="678"/>
                        <a:pt x="216" y="678"/>
                      </a:cubicBezTo>
                      <a:cubicBezTo>
                        <a:pt x="363" y="678"/>
                        <a:pt x="447" y="555"/>
                        <a:pt x="447" y="332"/>
                      </a:cubicBezTo>
                      <a:cubicBezTo>
                        <a:pt x="447" y="123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3" name="Google Shape;1773;p7"/>
                <p:cNvSpPr/>
                <p:nvPr/>
              </p:nvSpPr>
              <p:spPr>
                <a:xfrm>
                  <a:off x="426733" y="1736397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39"/>
                      </a:lnTo>
                      <a:lnTo>
                        <a:pt x="132" y="77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4" name="Google Shape;1774;p7"/>
                <p:cNvSpPr/>
                <p:nvPr/>
              </p:nvSpPr>
              <p:spPr>
                <a:xfrm>
                  <a:off x="418506" y="1879709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62"/>
                      </a:moveTo>
                      <a:cubicBezTo>
                        <a:pt x="316" y="62"/>
                        <a:pt x="355" y="162"/>
                        <a:pt x="355" y="332"/>
                      </a:cubicBezTo>
                      <a:cubicBezTo>
                        <a:pt x="355" y="501"/>
                        <a:pt x="309" y="609"/>
                        <a:pt x="224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47" y="62"/>
                        <a:pt x="224" y="62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16"/>
                        <a:pt x="1" y="339"/>
                      </a:cubicBezTo>
                      <a:cubicBezTo>
                        <a:pt x="1" y="555"/>
                        <a:pt x="85" y="678"/>
                        <a:pt x="216" y="678"/>
                      </a:cubicBezTo>
                      <a:cubicBezTo>
                        <a:pt x="363" y="678"/>
                        <a:pt x="447" y="555"/>
                        <a:pt x="447" y="332"/>
                      </a:cubicBezTo>
                      <a:cubicBezTo>
                        <a:pt x="447" y="124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5" name="Google Shape;1775;p7"/>
                <p:cNvSpPr/>
                <p:nvPr/>
              </p:nvSpPr>
              <p:spPr>
                <a:xfrm>
                  <a:off x="426733" y="2025762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39"/>
                      </a:lnTo>
                      <a:lnTo>
                        <a:pt x="132" y="77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6" name="Google Shape;1776;p7"/>
                <p:cNvSpPr/>
                <p:nvPr/>
              </p:nvSpPr>
              <p:spPr>
                <a:xfrm>
                  <a:off x="426733" y="2169909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1"/>
                      </a:moveTo>
                      <a:lnTo>
                        <a:pt x="1" y="78"/>
                      </a:lnTo>
                      <a:lnTo>
                        <a:pt x="16" y="147"/>
                      </a:lnTo>
                      <a:lnTo>
                        <a:pt x="132" y="86"/>
                      </a:lnTo>
                      <a:lnTo>
                        <a:pt x="132" y="656"/>
                      </a:lnTo>
                      <a:lnTo>
                        <a:pt x="217" y="656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7" name="Google Shape;1777;p7"/>
                <p:cNvSpPr/>
                <p:nvPr/>
              </p:nvSpPr>
              <p:spPr>
                <a:xfrm>
                  <a:off x="418506" y="2313220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40"/>
                      </a:cubicBezTo>
                      <a:cubicBezTo>
                        <a:pt x="355" y="509"/>
                        <a:pt x="309" y="610"/>
                        <a:pt x="224" y="610"/>
                      </a:cubicBezTo>
                      <a:cubicBezTo>
                        <a:pt x="139" y="610"/>
                        <a:pt x="85" y="517"/>
                        <a:pt x="85" y="348"/>
                      </a:cubicBezTo>
                      <a:cubicBezTo>
                        <a:pt x="85" y="170"/>
                        <a:pt x="147" y="70"/>
                        <a:pt x="224" y="70"/>
                      </a:cubicBezTo>
                      <a:close/>
                      <a:moveTo>
                        <a:pt x="224" y="1"/>
                      </a:moveTo>
                      <a:cubicBezTo>
                        <a:pt x="93" y="1"/>
                        <a:pt x="1" y="124"/>
                        <a:pt x="1" y="340"/>
                      </a:cubicBezTo>
                      <a:cubicBezTo>
                        <a:pt x="1" y="563"/>
                        <a:pt x="85" y="679"/>
                        <a:pt x="216" y="679"/>
                      </a:cubicBezTo>
                      <a:cubicBezTo>
                        <a:pt x="363" y="679"/>
                        <a:pt x="447" y="556"/>
                        <a:pt x="447" y="332"/>
                      </a:cubicBezTo>
                      <a:cubicBezTo>
                        <a:pt x="447" y="124"/>
                        <a:pt x="363" y="1"/>
                        <a:pt x="224" y="1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8" name="Google Shape;1778;p7"/>
                <p:cNvSpPr/>
                <p:nvPr/>
              </p:nvSpPr>
              <p:spPr>
                <a:xfrm>
                  <a:off x="418506" y="2458439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32"/>
                      </a:cubicBezTo>
                      <a:cubicBezTo>
                        <a:pt x="355" y="501"/>
                        <a:pt x="309" y="609"/>
                        <a:pt x="224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47" y="70"/>
                        <a:pt x="224" y="70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16"/>
                        <a:pt x="1" y="339"/>
                      </a:cubicBezTo>
                      <a:cubicBezTo>
                        <a:pt x="1" y="555"/>
                        <a:pt x="85" y="678"/>
                        <a:pt x="216" y="678"/>
                      </a:cubicBezTo>
                      <a:cubicBezTo>
                        <a:pt x="363" y="678"/>
                        <a:pt x="447" y="555"/>
                        <a:pt x="447" y="332"/>
                      </a:cubicBezTo>
                      <a:cubicBezTo>
                        <a:pt x="447" y="124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9" name="Google Shape;1779;p7"/>
                <p:cNvSpPr/>
                <p:nvPr/>
              </p:nvSpPr>
              <p:spPr>
                <a:xfrm>
                  <a:off x="426733" y="2604493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39"/>
                      </a:lnTo>
                      <a:lnTo>
                        <a:pt x="132" y="77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780;p7"/>
                <p:cNvSpPr/>
                <p:nvPr/>
              </p:nvSpPr>
              <p:spPr>
                <a:xfrm>
                  <a:off x="418506" y="2747804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32"/>
                      </a:cubicBezTo>
                      <a:cubicBezTo>
                        <a:pt x="355" y="501"/>
                        <a:pt x="309" y="609"/>
                        <a:pt x="224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47" y="70"/>
                        <a:pt x="224" y="70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16"/>
                        <a:pt x="1" y="339"/>
                      </a:cubicBezTo>
                      <a:cubicBezTo>
                        <a:pt x="1" y="555"/>
                        <a:pt x="85" y="678"/>
                        <a:pt x="216" y="678"/>
                      </a:cubicBezTo>
                      <a:cubicBezTo>
                        <a:pt x="363" y="678"/>
                        <a:pt x="447" y="555"/>
                        <a:pt x="447" y="332"/>
                      </a:cubicBezTo>
                      <a:cubicBezTo>
                        <a:pt x="447" y="124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1" name="Google Shape;1781;p7"/>
                <p:cNvSpPr/>
                <p:nvPr/>
              </p:nvSpPr>
              <p:spPr>
                <a:xfrm>
                  <a:off x="426733" y="2893858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39"/>
                      </a:lnTo>
                      <a:lnTo>
                        <a:pt x="132" y="77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2" name="Google Shape;1782;p7"/>
                <p:cNvSpPr/>
                <p:nvPr/>
              </p:nvSpPr>
              <p:spPr>
                <a:xfrm>
                  <a:off x="426733" y="3038123"/>
                  <a:ext cx="25872" cy="78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5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46"/>
                      </a:lnTo>
                      <a:lnTo>
                        <a:pt x="132" y="85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7"/>
                <p:cNvSpPr/>
                <p:nvPr/>
              </p:nvSpPr>
              <p:spPr>
                <a:xfrm>
                  <a:off x="418506" y="3181315"/>
                  <a:ext cx="53414" cy="8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80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40"/>
                      </a:cubicBezTo>
                      <a:cubicBezTo>
                        <a:pt x="355" y="510"/>
                        <a:pt x="309" y="610"/>
                        <a:pt x="224" y="610"/>
                      </a:cubicBezTo>
                      <a:cubicBezTo>
                        <a:pt x="139" y="610"/>
                        <a:pt x="85" y="517"/>
                        <a:pt x="85" y="348"/>
                      </a:cubicBezTo>
                      <a:cubicBezTo>
                        <a:pt x="85" y="170"/>
                        <a:pt x="147" y="70"/>
                        <a:pt x="224" y="70"/>
                      </a:cubicBezTo>
                      <a:close/>
                      <a:moveTo>
                        <a:pt x="224" y="1"/>
                      </a:moveTo>
                      <a:cubicBezTo>
                        <a:pt x="93" y="1"/>
                        <a:pt x="1" y="124"/>
                        <a:pt x="1" y="340"/>
                      </a:cubicBezTo>
                      <a:cubicBezTo>
                        <a:pt x="1" y="563"/>
                        <a:pt x="85" y="679"/>
                        <a:pt x="216" y="679"/>
                      </a:cubicBezTo>
                      <a:cubicBezTo>
                        <a:pt x="363" y="679"/>
                        <a:pt x="447" y="556"/>
                        <a:pt x="447" y="332"/>
                      </a:cubicBezTo>
                      <a:cubicBezTo>
                        <a:pt x="447" y="124"/>
                        <a:pt x="363" y="1"/>
                        <a:pt x="224" y="1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7"/>
                <p:cNvSpPr/>
                <p:nvPr/>
              </p:nvSpPr>
              <p:spPr>
                <a:xfrm>
                  <a:off x="418506" y="3326535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32"/>
                      </a:cubicBezTo>
                      <a:cubicBezTo>
                        <a:pt x="355" y="501"/>
                        <a:pt x="309" y="609"/>
                        <a:pt x="224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47" y="70"/>
                        <a:pt x="224" y="70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16"/>
                        <a:pt x="1" y="339"/>
                      </a:cubicBezTo>
                      <a:cubicBezTo>
                        <a:pt x="1" y="555"/>
                        <a:pt x="85" y="678"/>
                        <a:pt x="216" y="678"/>
                      </a:cubicBezTo>
                      <a:cubicBezTo>
                        <a:pt x="363" y="678"/>
                        <a:pt x="447" y="555"/>
                        <a:pt x="447" y="332"/>
                      </a:cubicBezTo>
                      <a:cubicBezTo>
                        <a:pt x="447" y="124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7"/>
                <p:cNvSpPr/>
                <p:nvPr/>
              </p:nvSpPr>
              <p:spPr>
                <a:xfrm>
                  <a:off x="418506" y="3470800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69"/>
                      </a:moveTo>
                      <a:cubicBezTo>
                        <a:pt x="316" y="69"/>
                        <a:pt x="355" y="170"/>
                        <a:pt x="355" y="339"/>
                      </a:cubicBezTo>
                      <a:cubicBezTo>
                        <a:pt x="355" y="501"/>
                        <a:pt x="309" y="609"/>
                        <a:pt x="224" y="609"/>
                      </a:cubicBezTo>
                      <a:cubicBezTo>
                        <a:pt x="139" y="609"/>
                        <a:pt x="85" y="516"/>
                        <a:pt x="85" y="347"/>
                      </a:cubicBezTo>
                      <a:cubicBezTo>
                        <a:pt x="85" y="162"/>
                        <a:pt x="147" y="69"/>
                        <a:pt x="224" y="69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23"/>
                        <a:pt x="1" y="339"/>
                      </a:cubicBezTo>
                      <a:cubicBezTo>
                        <a:pt x="1" y="562"/>
                        <a:pt x="85" y="678"/>
                        <a:pt x="216" y="678"/>
                      </a:cubicBezTo>
                      <a:cubicBezTo>
                        <a:pt x="363" y="678"/>
                        <a:pt x="447" y="555"/>
                        <a:pt x="447" y="331"/>
                      </a:cubicBezTo>
                      <a:cubicBezTo>
                        <a:pt x="447" y="123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7"/>
                <p:cNvSpPr/>
                <p:nvPr/>
              </p:nvSpPr>
              <p:spPr>
                <a:xfrm>
                  <a:off x="426733" y="3616853"/>
                  <a:ext cx="25872" cy="78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5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46"/>
                      </a:lnTo>
                      <a:lnTo>
                        <a:pt x="132" y="85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7" name="Google Shape;1787;p7"/>
                <p:cNvSpPr/>
                <p:nvPr/>
              </p:nvSpPr>
              <p:spPr>
                <a:xfrm>
                  <a:off x="426733" y="3761953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39"/>
                      </a:lnTo>
                      <a:lnTo>
                        <a:pt x="132" y="77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8" name="Google Shape;1788;p7"/>
                <p:cNvSpPr/>
                <p:nvPr/>
              </p:nvSpPr>
              <p:spPr>
                <a:xfrm>
                  <a:off x="426733" y="3906219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46"/>
                      </a:lnTo>
                      <a:lnTo>
                        <a:pt x="132" y="85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9" name="Google Shape;1789;p7"/>
                <p:cNvSpPr/>
                <p:nvPr/>
              </p:nvSpPr>
              <p:spPr>
                <a:xfrm>
                  <a:off x="418506" y="4049530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69"/>
                      </a:moveTo>
                      <a:cubicBezTo>
                        <a:pt x="316" y="69"/>
                        <a:pt x="355" y="170"/>
                        <a:pt x="355" y="339"/>
                      </a:cubicBezTo>
                      <a:cubicBezTo>
                        <a:pt x="355" y="509"/>
                        <a:pt x="309" y="609"/>
                        <a:pt x="224" y="609"/>
                      </a:cubicBezTo>
                      <a:cubicBezTo>
                        <a:pt x="139" y="609"/>
                        <a:pt x="85" y="516"/>
                        <a:pt x="85" y="347"/>
                      </a:cubicBezTo>
                      <a:cubicBezTo>
                        <a:pt x="85" y="162"/>
                        <a:pt x="147" y="69"/>
                        <a:pt x="224" y="69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23"/>
                        <a:pt x="1" y="339"/>
                      </a:cubicBezTo>
                      <a:cubicBezTo>
                        <a:pt x="1" y="563"/>
                        <a:pt x="85" y="678"/>
                        <a:pt x="216" y="678"/>
                      </a:cubicBezTo>
                      <a:cubicBezTo>
                        <a:pt x="363" y="678"/>
                        <a:pt x="447" y="555"/>
                        <a:pt x="447" y="331"/>
                      </a:cubicBezTo>
                      <a:cubicBezTo>
                        <a:pt x="447" y="123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0" name="Google Shape;1790;p7"/>
                <p:cNvSpPr/>
                <p:nvPr/>
              </p:nvSpPr>
              <p:spPr>
                <a:xfrm>
                  <a:off x="426733" y="4195584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47"/>
                      </a:lnTo>
                      <a:lnTo>
                        <a:pt x="132" y="85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1" name="Google Shape;1791;p7"/>
                <p:cNvSpPr/>
                <p:nvPr/>
              </p:nvSpPr>
              <p:spPr>
                <a:xfrm>
                  <a:off x="418506" y="4338895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69"/>
                      </a:moveTo>
                      <a:cubicBezTo>
                        <a:pt x="316" y="69"/>
                        <a:pt x="355" y="170"/>
                        <a:pt x="355" y="339"/>
                      </a:cubicBezTo>
                      <a:cubicBezTo>
                        <a:pt x="355" y="509"/>
                        <a:pt x="309" y="609"/>
                        <a:pt x="224" y="609"/>
                      </a:cubicBezTo>
                      <a:cubicBezTo>
                        <a:pt x="139" y="609"/>
                        <a:pt x="85" y="516"/>
                        <a:pt x="85" y="347"/>
                      </a:cubicBezTo>
                      <a:cubicBezTo>
                        <a:pt x="85" y="170"/>
                        <a:pt x="147" y="69"/>
                        <a:pt x="224" y="69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23"/>
                        <a:pt x="1" y="339"/>
                      </a:cubicBezTo>
                      <a:cubicBezTo>
                        <a:pt x="1" y="563"/>
                        <a:pt x="85" y="678"/>
                        <a:pt x="216" y="678"/>
                      </a:cubicBezTo>
                      <a:cubicBezTo>
                        <a:pt x="363" y="678"/>
                        <a:pt x="447" y="555"/>
                        <a:pt x="447" y="331"/>
                      </a:cubicBezTo>
                      <a:cubicBezTo>
                        <a:pt x="447" y="123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2" name="Google Shape;1792;p7"/>
                <p:cNvSpPr/>
                <p:nvPr/>
              </p:nvSpPr>
              <p:spPr>
                <a:xfrm>
                  <a:off x="426733" y="4484949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47"/>
                      </a:lnTo>
                      <a:lnTo>
                        <a:pt x="132" y="85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3" name="Google Shape;1793;p7"/>
                <p:cNvSpPr/>
                <p:nvPr/>
              </p:nvSpPr>
              <p:spPr>
                <a:xfrm>
                  <a:off x="418506" y="4628260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69"/>
                      </a:moveTo>
                      <a:cubicBezTo>
                        <a:pt x="316" y="69"/>
                        <a:pt x="355" y="170"/>
                        <a:pt x="355" y="339"/>
                      </a:cubicBezTo>
                      <a:cubicBezTo>
                        <a:pt x="355" y="509"/>
                        <a:pt x="309" y="609"/>
                        <a:pt x="224" y="609"/>
                      </a:cubicBezTo>
                      <a:cubicBezTo>
                        <a:pt x="139" y="609"/>
                        <a:pt x="85" y="516"/>
                        <a:pt x="85" y="347"/>
                      </a:cubicBezTo>
                      <a:cubicBezTo>
                        <a:pt x="85" y="170"/>
                        <a:pt x="147" y="69"/>
                        <a:pt x="224" y="69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1" y="123"/>
                        <a:pt x="1" y="339"/>
                      </a:cubicBezTo>
                      <a:cubicBezTo>
                        <a:pt x="1" y="563"/>
                        <a:pt x="85" y="678"/>
                        <a:pt x="216" y="678"/>
                      </a:cubicBezTo>
                      <a:cubicBezTo>
                        <a:pt x="363" y="678"/>
                        <a:pt x="447" y="555"/>
                        <a:pt x="447" y="331"/>
                      </a:cubicBezTo>
                      <a:cubicBezTo>
                        <a:pt x="447" y="123"/>
                        <a:pt x="363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4" name="Google Shape;1794;p7"/>
                <p:cNvSpPr/>
                <p:nvPr/>
              </p:nvSpPr>
              <p:spPr>
                <a:xfrm>
                  <a:off x="426733" y="4774314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40" y="0"/>
                      </a:moveTo>
                      <a:lnTo>
                        <a:pt x="1" y="77"/>
                      </a:lnTo>
                      <a:lnTo>
                        <a:pt x="16" y="147"/>
                      </a:lnTo>
                      <a:lnTo>
                        <a:pt x="132" y="85"/>
                      </a:lnTo>
                      <a:lnTo>
                        <a:pt x="132" y="655"/>
                      </a:lnTo>
                      <a:lnTo>
                        <a:pt x="217" y="655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3FE6FF">
                    <a:alpha val="722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95" name="Google Shape;1795;p7"/>
              <p:cNvSpPr/>
              <p:nvPr/>
            </p:nvSpPr>
            <p:spPr>
              <a:xfrm>
                <a:off x="939336" y="206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7"/>
              <p:cNvSpPr/>
              <p:nvPr/>
            </p:nvSpPr>
            <p:spPr>
              <a:xfrm>
                <a:off x="939336" y="144353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7"/>
              <p:cNvSpPr/>
              <p:nvPr/>
            </p:nvSpPr>
            <p:spPr>
              <a:xfrm>
                <a:off x="939336" y="288618"/>
                <a:ext cx="26826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64" extrusionOk="0">
                    <a:moveTo>
                      <a:pt x="147" y="0"/>
                    </a:moveTo>
                    <a:lnTo>
                      <a:pt x="1" y="85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63"/>
                    </a:lnTo>
                    <a:lnTo>
                      <a:pt x="224" y="663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7"/>
              <p:cNvSpPr/>
              <p:nvPr/>
            </p:nvSpPr>
            <p:spPr>
              <a:xfrm>
                <a:off x="939336" y="43371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7"/>
              <p:cNvSpPr/>
              <p:nvPr/>
            </p:nvSpPr>
            <p:spPr>
              <a:xfrm>
                <a:off x="931109" y="57702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7" y="609"/>
                      <a:pt x="93" y="517"/>
                      <a:pt x="93" y="347"/>
                    </a:cubicBezTo>
                    <a:cubicBezTo>
                      <a:pt x="93" y="163"/>
                      <a:pt x="147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1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7"/>
              <p:cNvSpPr/>
              <p:nvPr/>
            </p:nvSpPr>
            <p:spPr>
              <a:xfrm>
                <a:off x="931109" y="722248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2"/>
                    </a:moveTo>
                    <a:cubicBezTo>
                      <a:pt x="316" y="62"/>
                      <a:pt x="362" y="162"/>
                      <a:pt x="362" y="331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62"/>
                      <a:pt x="224" y="62"/>
                    </a:cubicBezTo>
                    <a:close/>
                    <a:moveTo>
                      <a:pt x="231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7"/>
              <p:cNvSpPr/>
              <p:nvPr/>
            </p:nvSpPr>
            <p:spPr>
              <a:xfrm>
                <a:off x="939336" y="868302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7"/>
              <p:cNvSpPr/>
              <p:nvPr/>
            </p:nvSpPr>
            <p:spPr>
              <a:xfrm>
                <a:off x="931109" y="1010660"/>
                <a:ext cx="53414" cy="81909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87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9"/>
                    </a:cubicBezTo>
                    <a:cubicBezTo>
                      <a:pt x="362" y="509"/>
                      <a:pt x="316" y="617"/>
                      <a:pt x="224" y="617"/>
                    </a:cubicBezTo>
                    <a:cubicBezTo>
                      <a:pt x="147" y="617"/>
                      <a:pt x="93" y="517"/>
                      <a:pt x="93" y="347"/>
                    </a:cubicBezTo>
                    <a:cubicBezTo>
                      <a:pt x="93" y="170"/>
                      <a:pt x="147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1" y="0"/>
                      <a:pt x="0" y="124"/>
                      <a:pt x="0" y="347"/>
                    </a:cubicBezTo>
                    <a:cubicBezTo>
                      <a:pt x="8" y="563"/>
                      <a:pt x="93" y="686"/>
                      <a:pt x="224" y="686"/>
                    </a:cubicBezTo>
                    <a:cubicBezTo>
                      <a:pt x="362" y="686"/>
                      <a:pt x="447" y="563"/>
                      <a:pt x="447" y="339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03" name="Google Shape;1803;p7"/>
            <p:cNvGrpSpPr/>
            <p:nvPr/>
          </p:nvGrpSpPr>
          <p:grpSpPr>
            <a:xfrm>
              <a:off x="8398705" y="206"/>
              <a:ext cx="599413" cy="5143474"/>
              <a:chOff x="8322446" y="206"/>
              <a:chExt cx="599413" cy="5143474"/>
            </a:xfrm>
          </p:grpSpPr>
          <p:sp>
            <p:nvSpPr>
              <p:cNvPr id="1804" name="Google Shape;1804;p7"/>
              <p:cNvSpPr/>
              <p:nvPr/>
            </p:nvSpPr>
            <p:spPr>
              <a:xfrm>
                <a:off x="8330672" y="206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7"/>
              <p:cNvSpPr/>
              <p:nvPr/>
            </p:nvSpPr>
            <p:spPr>
              <a:xfrm>
                <a:off x="8603314" y="206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06" name="Google Shape;1806;p7"/>
              <p:cNvGrpSpPr/>
              <p:nvPr/>
            </p:nvGrpSpPr>
            <p:grpSpPr>
              <a:xfrm>
                <a:off x="8322446" y="206"/>
                <a:ext cx="599413" cy="5143474"/>
                <a:chOff x="8160192" y="206"/>
                <a:chExt cx="599413" cy="5143474"/>
              </a:xfrm>
            </p:grpSpPr>
            <p:grpSp>
              <p:nvGrpSpPr>
                <p:cNvPr id="1807" name="Google Shape;1807;p7"/>
                <p:cNvGrpSpPr/>
                <p:nvPr/>
              </p:nvGrpSpPr>
              <p:grpSpPr>
                <a:xfrm>
                  <a:off x="8706192" y="206"/>
                  <a:ext cx="53414" cy="5143474"/>
                  <a:chOff x="8511811" y="206"/>
                  <a:chExt cx="53414" cy="5143474"/>
                </a:xfrm>
              </p:grpSpPr>
              <p:sp>
                <p:nvSpPr>
                  <p:cNvPr id="1808" name="Google Shape;1808;p7"/>
                  <p:cNvSpPr/>
                  <p:nvPr/>
                </p:nvSpPr>
                <p:spPr>
                  <a:xfrm>
                    <a:off x="8520038" y="206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0"/>
                        </a:moveTo>
                        <a:lnTo>
                          <a:pt x="1" y="77"/>
                        </a:lnTo>
                        <a:lnTo>
                          <a:pt x="16" y="139"/>
                        </a:lnTo>
                        <a:lnTo>
                          <a:pt x="132" y="77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0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9" name="Google Shape;1809;p7"/>
                  <p:cNvSpPr/>
                  <p:nvPr/>
                </p:nvSpPr>
                <p:spPr>
                  <a:xfrm>
                    <a:off x="8520038" y="144353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1"/>
                        </a:moveTo>
                        <a:lnTo>
                          <a:pt x="1" y="78"/>
                        </a:lnTo>
                        <a:lnTo>
                          <a:pt x="16" y="147"/>
                        </a:lnTo>
                        <a:lnTo>
                          <a:pt x="132" y="86"/>
                        </a:lnTo>
                        <a:lnTo>
                          <a:pt x="132" y="656"/>
                        </a:lnTo>
                        <a:lnTo>
                          <a:pt x="216" y="656"/>
                        </a:lnTo>
                        <a:lnTo>
                          <a:pt x="216" y="1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0" name="Google Shape;1810;p7"/>
                  <p:cNvSpPr/>
                  <p:nvPr/>
                </p:nvSpPr>
                <p:spPr>
                  <a:xfrm>
                    <a:off x="8520038" y="289572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0"/>
                        </a:moveTo>
                        <a:lnTo>
                          <a:pt x="1" y="77"/>
                        </a:lnTo>
                        <a:lnTo>
                          <a:pt x="16" y="139"/>
                        </a:lnTo>
                        <a:lnTo>
                          <a:pt x="132" y="77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0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1" name="Google Shape;1811;p7"/>
                  <p:cNvSpPr/>
                  <p:nvPr/>
                </p:nvSpPr>
                <p:spPr>
                  <a:xfrm>
                    <a:off x="8511811" y="432883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62"/>
                          <a:pt x="355" y="331"/>
                        </a:cubicBezTo>
                        <a:cubicBezTo>
                          <a:pt x="355" y="501"/>
                          <a:pt x="316" y="609"/>
                          <a:pt x="224" y="609"/>
                        </a:cubicBezTo>
                        <a:cubicBezTo>
                          <a:pt x="139" y="609"/>
                          <a:pt x="85" y="509"/>
                          <a:pt x="85" y="339"/>
                        </a:cubicBezTo>
                        <a:cubicBezTo>
                          <a:pt x="85" y="162"/>
                          <a:pt x="147" y="70"/>
                          <a:pt x="224" y="70"/>
                        </a:cubicBezTo>
                        <a:close/>
                        <a:moveTo>
                          <a:pt x="224" y="0"/>
                        </a:moveTo>
                        <a:cubicBezTo>
                          <a:pt x="93" y="0"/>
                          <a:pt x="0" y="116"/>
                          <a:pt x="0" y="339"/>
                        </a:cubicBezTo>
                        <a:cubicBezTo>
                          <a:pt x="0" y="555"/>
                          <a:pt x="85" y="678"/>
                          <a:pt x="216" y="678"/>
                        </a:cubicBezTo>
                        <a:cubicBezTo>
                          <a:pt x="362" y="678"/>
                          <a:pt x="447" y="555"/>
                          <a:pt x="447" y="331"/>
                        </a:cubicBezTo>
                        <a:cubicBezTo>
                          <a:pt x="447" y="123"/>
                          <a:pt x="362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2" name="Google Shape;1812;p7"/>
                  <p:cNvSpPr/>
                  <p:nvPr/>
                </p:nvSpPr>
                <p:spPr>
                  <a:xfrm>
                    <a:off x="8511811" y="577029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70"/>
                          <a:pt x="355" y="340"/>
                        </a:cubicBezTo>
                        <a:cubicBezTo>
                          <a:pt x="355" y="509"/>
                          <a:pt x="316" y="610"/>
                          <a:pt x="224" y="610"/>
                        </a:cubicBezTo>
                        <a:cubicBezTo>
                          <a:pt x="139" y="610"/>
                          <a:pt x="85" y="517"/>
                          <a:pt x="85" y="348"/>
                        </a:cubicBezTo>
                        <a:cubicBezTo>
                          <a:pt x="85" y="170"/>
                          <a:pt x="147" y="70"/>
                          <a:pt x="224" y="70"/>
                        </a:cubicBezTo>
                        <a:close/>
                        <a:moveTo>
                          <a:pt x="224" y="1"/>
                        </a:moveTo>
                        <a:cubicBezTo>
                          <a:pt x="93" y="1"/>
                          <a:pt x="0" y="124"/>
                          <a:pt x="0" y="348"/>
                        </a:cubicBezTo>
                        <a:cubicBezTo>
                          <a:pt x="0" y="563"/>
                          <a:pt x="85" y="679"/>
                          <a:pt x="216" y="679"/>
                        </a:cubicBezTo>
                        <a:cubicBezTo>
                          <a:pt x="362" y="679"/>
                          <a:pt x="447" y="556"/>
                          <a:pt x="447" y="332"/>
                        </a:cubicBezTo>
                        <a:cubicBezTo>
                          <a:pt x="447" y="124"/>
                          <a:pt x="362" y="1"/>
                          <a:pt x="224" y="1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3" name="Google Shape;1813;p7"/>
                  <p:cNvSpPr/>
                  <p:nvPr/>
                </p:nvSpPr>
                <p:spPr>
                  <a:xfrm>
                    <a:off x="8520038" y="723083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1"/>
                        </a:moveTo>
                        <a:lnTo>
                          <a:pt x="1" y="78"/>
                        </a:lnTo>
                        <a:lnTo>
                          <a:pt x="16" y="147"/>
                        </a:lnTo>
                        <a:lnTo>
                          <a:pt x="132" y="86"/>
                        </a:lnTo>
                        <a:lnTo>
                          <a:pt x="132" y="656"/>
                        </a:lnTo>
                        <a:lnTo>
                          <a:pt x="216" y="656"/>
                        </a:lnTo>
                        <a:lnTo>
                          <a:pt x="216" y="1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4" name="Google Shape;1814;p7"/>
                  <p:cNvSpPr/>
                  <p:nvPr/>
                </p:nvSpPr>
                <p:spPr>
                  <a:xfrm>
                    <a:off x="8511811" y="866394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70"/>
                          <a:pt x="355" y="340"/>
                        </a:cubicBezTo>
                        <a:cubicBezTo>
                          <a:pt x="355" y="509"/>
                          <a:pt x="316" y="617"/>
                          <a:pt x="224" y="617"/>
                        </a:cubicBezTo>
                        <a:cubicBezTo>
                          <a:pt x="139" y="617"/>
                          <a:pt x="85" y="517"/>
                          <a:pt x="85" y="348"/>
                        </a:cubicBezTo>
                        <a:cubicBezTo>
                          <a:pt x="85" y="170"/>
                          <a:pt x="147" y="70"/>
                          <a:pt x="224" y="70"/>
                        </a:cubicBezTo>
                        <a:close/>
                        <a:moveTo>
                          <a:pt x="224" y="1"/>
                        </a:moveTo>
                        <a:cubicBezTo>
                          <a:pt x="93" y="1"/>
                          <a:pt x="0" y="124"/>
                          <a:pt x="0" y="348"/>
                        </a:cubicBezTo>
                        <a:cubicBezTo>
                          <a:pt x="0" y="563"/>
                          <a:pt x="85" y="679"/>
                          <a:pt x="216" y="679"/>
                        </a:cubicBezTo>
                        <a:cubicBezTo>
                          <a:pt x="362" y="679"/>
                          <a:pt x="447" y="556"/>
                          <a:pt x="447" y="332"/>
                        </a:cubicBezTo>
                        <a:cubicBezTo>
                          <a:pt x="447" y="124"/>
                          <a:pt x="362" y="1"/>
                          <a:pt x="224" y="1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5" name="Google Shape;1815;p7"/>
                  <p:cNvSpPr/>
                  <p:nvPr/>
                </p:nvSpPr>
                <p:spPr>
                  <a:xfrm>
                    <a:off x="8520038" y="1012448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1"/>
                        </a:moveTo>
                        <a:lnTo>
                          <a:pt x="1" y="78"/>
                        </a:lnTo>
                        <a:lnTo>
                          <a:pt x="16" y="147"/>
                        </a:lnTo>
                        <a:lnTo>
                          <a:pt x="132" y="86"/>
                        </a:lnTo>
                        <a:lnTo>
                          <a:pt x="132" y="656"/>
                        </a:lnTo>
                        <a:lnTo>
                          <a:pt x="216" y="656"/>
                        </a:lnTo>
                        <a:lnTo>
                          <a:pt x="216" y="1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6" name="Google Shape;1816;p7"/>
                  <p:cNvSpPr/>
                  <p:nvPr/>
                </p:nvSpPr>
                <p:spPr>
                  <a:xfrm>
                    <a:off x="8511811" y="1155759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70"/>
                          <a:pt x="355" y="340"/>
                        </a:cubicBezTo>
                        <a:cubicBezTo>
                          <a:pt x="355" y="509"/>
                          <a:pt x="316" y="610"/>
                          <a:pt x="224" y="610"/>
                        </a:cubicBezTo>
                        <a:cubicBezTo>
                          <a:pt x="139" y="610"/>
                          <a:pt x="85" y="517"/>
                          <a:pt x="85" y="348"/>
                        </a:cubicBezTo>
                        <a:cubicBezTo>
                          <a:pt x="85" y="163"/>
                          <a:pt x="147" y="70"/>
                          <a:pt x="224" y="70"/>
                        </a:cubicBezTo>
                        <a:close/>
                        <a:moveTo>
                          <a:pt x="224" y="1"/>
                        </a:moveTo>
                        <a:cubicBezTo>
                          <a:pt x="93" y="1"/>
                          <a:pt x="0" y="124"/>
                          <a:pt x="0" y="348"/>
                        </a:cubicBezTo>
                        <a:cubicBezTo>
                          <a:pt x="0" y="563"/>
                          <a:pt x="85" y="679"/>
                          <a:pt x="216" y="679"/>
                        </a:cubicBezTo>
                        <a:cubicBezTo>
                          <a:pt x="362" y="679"/>
                          <a:pt x="447" y="556"/>
                          <a:pt x="447" y="332"/>
                        </a:cubicBezTo>
                        <a:cubicBezTo>
                          <a:pt x="447" y="124"/>
                          <a:pt x="362" y="1"/>
                          <a:pt x="224" y="1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7" name="Google Shape;1817;p7"/>
                  <p:cNvSpPr/>
                  <p:nvPr/>
                </p:nvSpPr>
                <p:spPr>
                  <a:xfrm>
                    <a:off x="8511811" y="1300979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70"/>
                          <a:pt x="355" y="332"/>
                        </a:cubicBezTo>
                        <a:cubicBezTo>
                          <a:pt x="355" y="501"/>
                          <a:pt x="316" y="609"/>
                          <a:pt x="224" y="609"/>
                        </a:cubicBezTo>
                        <a:cubicBezTo>
                          <a:pt x="139" y="609"/>
                          <a:pt x="85" y="509"/>
                          <a:pt x="85" y="339"/>
                        </a:cubicBezTo>
                        <a:cubicBezTo>
                          <a:pt x="85" y="162"/>
                          <a:pt x="147" y="70"/>
                          <a:pt x="224" y="70"/>
                        </a:cubicBezTo>
                        <a:close/>
                        <a:moveTo>
                          <a:pt x="224" y="0"/>
                        </a:moveTo>
                        <a:cubicBezTo>
                          <a:pt x="93" y="0"/>
                          <a:pt x="0" y="116"/>
                          <a:pt x="0" y="339"/>
                        </a:cubicBezTo>
                        <a:cubicBezTo>
                          <a:pt x="0" y="555"/>
                          <a:pt x="85" y="678"/>
                          <a:pt x="216" y="678"/>
                        </a:cubicBezTo>
                        <a:cubicBezTo>
                          <a:pt x="362" y="678"/>
                          <a:pt x="447" y="555"/>
                          <a:pt x="447" y="332"/>
                        </a:cubicBezTo>
                        <a:cubicBezTo>
                          <a:pt x="447" y="124"/>
                          <a:pt x="362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8" name="Google Shape;1818;p7"/>
                  <p:cNvSpPr/>
                  <p:nvPr/>
                </p:nvSpPr>
                <p:spPr>
                  <a:xfrm>
                    <a:off x="8520038" y="1447032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0"/>
                        </a:moveTo>
                        <a:lnTo>
                          <a:pt x="1" y="77"/>
                        </a:lnTo>
                        <a:lnTo>
                          <a:pt x="16" y="139"/>
                        </a:lnTo>
                        <a:lnTo>
                          <a:pt x="132" y="77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0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9" name="Google Shape;1819;p7"/>
                  <p:cNvSpPr/>
                  <p:nvPr/>
                </p:nvSpPr>
                <p:spPr>
                  <a:xfrm>
                    <a:off x="8520038" y="1591178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1"/>
                        </a:moveTo>
                        <a:lnTo>
                          <a:pt x="1" y="78"/>
                        </a:lnTo>
                        <a:lnTo>
                          <a:pt x="16" y="147"/>
                        </a:lnTo>
                        <a:lnTo>
                          <a:pt x="132" y="86"/>
                        </a:lnTo>
                        <a:lnTo>
                          <a:pt x="132" y="656"/>
                        </a:lnTo>
                        <a:lnTo>
                          <a:pt x="216" y="656"/>
                        </a:lnTo>
                        <a:lnTo>
                          <a:pt x="216" y="1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0" name="Google Shape;1820;p7"/>
                  <p:cNvSpPr/>
                  <p:nvPr/>
                </p:nvSpPr>
                <p:spPr>
                  <a:xfrm>
                    <a:off x="8520038" y="1736397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0"/>
                        </a:moveTo>
                        <a:lnTo>
                          <a:pt x="1" y="77"/>
                        </a:lnTo>
                        <a:lnTo>
                          <a:pt x="16" y="139"/>
                        </a:lnTo>
                        <a:lnTo>
                          <a:pt x="132" y="77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0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1" name="Google Shape;1821;p7"/>
                  <p:cNvSpPr/>
                  <p:nvPr/>
                </p:nvSpPr>
                <p:spPr>
                  <a:xfrm>
                    <a:off x="8511811" y="1879709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62"/>
                          <a:pt x="355" y="332"/>
                        </a:cubicBezTo>
                        <a:cubicBezTo>
                          <a:pt x="355" y="501"/>
                          <a:pt x="316" y="609"/>
                          <a:pt x="224" y="609"/>
                        </a:cubicBezTo>
                        <a:cubicBezTo>
                          <a:pt x="139" y="609"/>
                          <a:pt x="85" y="509"/>
                          <a:pt x="85" y="339"/>
                        </a:cubicBezTo>
                        <a:cubicBezTo>
                          <a:pt x="85" y="162"/>
                          <a:pt x="147" y="70"/>
                          <a:pt x="224" y="70"/>
                        </a:cubicBezTo>
                        <a:close/>
                        <a:moveTo>
                          <a:pt x="224" y="0"/>
                        </a:moveTo>
                        <a:cubicBezTo>
                          <a:pt x="93" y="0"/>
                          <a:pt x="0" y="116"/>
                          <a:pt x="0" y="339"/>
                        </a:cubicBezTo>
                        <a:cubicBezTo>
                          <a:pt x="0" y="555"/>
                          <a:pt x="85" y="678"/>
                          <a:pt x="216" y="678"/>
                        </a:cubicBezTo>
                        <a:cubicBezTo>
                          <a:pt x="362" y="678"/>
                          <a:pt x="447" y="555"/>
                          <a:pt x="447" y="332"/>
                        </a:cubicBezTo>
                        <a:cubicBezTo>
                          <a:pt x="447" y="124"/>
                          <a:pt x="362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2" name="Google Shape;1822;p7"/>
                  <p:cNvSpPr/>
                  <p:nvPr/>
                </p:nvSpPr>
                <p:spPr>
                  <a:xfrm>
                    <a:off x="8520038" y="2025762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0"/>
                        </a:moveTo>
                        <a:lnTo>
                          <a:pt x="1" y="77"/>
                        </a:lnTo>
                        <a:lnTo>
                          <a:pt x="16" y="139"/>
                        </a:lnTo>
                        <a:lnTo>
                          <a:pt x="132" y="77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0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3" name="Google Shape;1823;p7"/>
                  <p:cNvSpPr/>
                  <p:nvPr/>
                </p:nvSpPr>
                <p:spPr>
                  <a:xfrm>
                    <a:off x="8520038" y="2170028"/>
                    <a:ext cx="25872" cy="780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5" extrusionOk="0">
                        <a:moveTo>
                          <a:pt x="139" y="0"/>
                        </a:moveTo>
                        <a:lnTo>
                          <a:pt x="1" y="77"/>
                        </a:lnTo>
                        <a:lnTo>
                          <a:pt x="16" y="146"/>
                        </a:lnTo>
                        <a:lnTo>
                          <a:pt x="132" y="85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0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4" name="Google Shape;1824;p7"/>
                  <p:cNvSpPr/>
                  <p:nvPr/>
                </p:nvSpPr>
                <p:spPr>
                  <a:xfrm>
                    <a:off x="8511811" y="2313220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70"/>
                          <a:pt x="355" y="340"/>
                        </a:cubicBezTo>
                        <a:cubicBezTo>
                          <a:pt x="355" y="509"/>
                          <a:pt x="316" y="617"/>
                          <a:pt x="224" y="617"/>
                        </a:cubicBezTo>
                        <a:cubicBezTo>
                          <a:pt x="139" y="617"/>
                          <a:pt x="85" y="517"/>
                          <a:pt x="85" y="348"/>
                        </a:cubicBezTo>
                        <a:cubicBezTo>
                          <a:pt x="85" y="170"/>
                          <a:pt x="147" y="70"/>
                          <a:pt x="224" y="70"/>
                        </a:cubicBezTo>
                        <a:close/>
                        <a:moveTo>
                          <a:pt x="224" y="1"/>
                        </a:moveTo>
                        <a:cubicBezTo>
                          <a:pt x="93" y="1"/>
                          <a:pt x="0" y="124"/>
                          <a:pt x="0" y="348"/>
                        </a:cubicBezTo>
                        <a:cubicBezTo>
                          <a:pt x="0" y="563"/>
                          <a:pt x="85" y="679"/>
                          <a:pt x="216" y="679"/>
                        </a:cubicBezTo>
                        <a:cubicBezTo>
                          <a:pt x="362" y="679"/>
                          <a:pt x="447" y="556"/>
                          <a:pt x="447" y="332"/>
                        </a:cubicBezTo>
                        <a:cubicBezTo>
                          <a:pt x="447" y="124"/>
                          <a:pt x="362" y="1"/>
                          <a:pt x="224" y="1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5" name="Google Shape;1825;p7"/>
                  <p:cNvSpPr/>
                  <p:nvPr/>
                </p:nvSpPr>
                <p:spPr>
                  <a:xfrm>
                    <a:off x="8520038" y="2459393"/>
                    <a:ext cx="25872" cy="780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5" extrusionOk="0">
                        <a:moveTo>
                          <a:pt x="139" y="0"/>
                        </a:moveTo>
                        <a:lnTo>
                          <a:pt x="1" y="77"/>
                        </a:lnTo>
                        <a:lnTo>
                          <a:pt x="16" y="146"/>
                        </a:lnTo>
                        <a:lnTo>
                          <a:pt x="132" y="85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0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6" name="Google Shape;1826;p7"/>
                  <p:cNvSpPr/>
                  <p:nvPr/>
                </p:nvSpPr>
                <p:spPr>
                  <a:xfrm>
                    <a:off x="8511811" y="2602704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69"/>
                        </a:moveTo>
                        <a:cubicBezTo>
                          <a:pt x="316" y="69"/>
                          <a:pt x="355" y="170"/>
                          <a:pt x="355" y="339"/>
                        </a:cubicBezTo>
                        <a:cubicBezTo>
                          <a:pt x="355" y="509"/>
                          <a:pt x="316" y="609"/>
                          <a:pt x="224" y="609"/>
                        </a:cubicBezTo>
                        <a:cubicBezTo>
                          <a:pt x="139" y="609"/>
                          <a:pt x="85" y="516"/>
                          <a:pt x="85" y="347"/>
                        </a:cubicBezTo>
                        <a:cubicBezTo>
                          <a:pt x="85" y="170"/>
                          <a:pt x="147" y="69"/>
                          <a:pt x="224" y="69"/>
                        </a:cubicBezTo>
                        <a:close/>
                        <a:moveTo>
                          <a:pt x="224" y="0"/>
                        </a:moveTo>
                        <a:cubicBezTo>
                          <a:pt x="93" y="0"/>
                          <a:pt x="0" y="123"/>
                          <a:pt x="0" y="347"/>
                        </a:cubicBezTo>
                        <a:cubicBezTo>
                          <a:pt x="0" y="562"/>
                          <a:pt x="85" y="678"/>
                          <a:pt x="216" y="678"/>
                        </a:cubicBezTo>
                        <a:cubicBezTo>
                          <a:pt x="362" y="678"/>
                          <a:pt x="447" y="555"/>
                          <a:pt x="447" y="331"/>
                        </a:cubicBezTo>
                        <a:cubicBezTo>
                          <a:pt x="447" y="123"/>
                          <a:pt x="362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7" name="Google Shape;1827;p7"/>
                  <p:cNvSpPr/>
                  <p:nvPr/>
                </p:nvSpPr>
                <p:spPr>
                  <a:xfrm>
                    <a:off x="8520038" y="2748758"/>
                    <a:ext cx="25872" cy="780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5" extrusionOk="0">
                        <a:moveTo>
                          <a:pt x="139" y="0"/>
                        </a:moveTo>
                        <a:lnTo>
                          <a:pt x="1" y="77"/>
                        </a:lnTo>
                        <a:lnTo>
                          <a:pt x="16" y="146"/>
                        </a:lnTo>
                        <a:lnTo>
                          <a:pt x="132" y="85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0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8" name="Google Shape;1828;p7"/>
                  <p:cNvSpPr/>
                  <p:nvPr/>
                </p:nvSpPr>
                <p:spPr>
                  <a:xfrm>
                    <a:off x="8511811" y="2892069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69"/>
                        </a:moveTo>
                        <a:cubicBezTo>
                          <a:pt x="316" y="69"/>
                          <a:pt x="355" y="170"/>
                          <a:pt x="355" y="339"/>
                        </a:cubicBezTo>
                        <a:cubicBezTo>
                          <a:pt x="355" y="509"/>
                          <a:pt x="316" y="616"/>
                          <a:pt x="224" y="616"/>
                        </a:cubicBezTo>
                        <a:cubicBezTo>
                          <a:pt x="139" y="616"/>
                          <a:pt x="85" y="516"/>
                          <a:pt x="85" y="347"/>
                        </a:cubicBezTo>
                        <a:cubicBezTo>
                          <a:pt x="85" y="170"/>
                          <a:pt x="147" y="69"/>
                          <a:pt x="224" y="69"/>
                        </a:cubicBezTo>
                        <a:close/>
                        <a:moveTo>
                          <a:pt x="224" y="0"/>
                        </a:moveTo>
                        <a:cubicBezTo>
                          <a:pt x="93" y="0"/>
                          <a:pt x="0" y="123"/>
                          <a:pt x="0" y="347"/>
                        </a:cubicBezTo>
                        <a:cubicBezTo>
                          <a:pt x="0" y="562"/>
                          <a:pt x="85" y="678"/>
                          <a:pt x="216" y="678"/>
                        </a:cubicBezTo>
                        <a:cubicBezTo>
                          <a:pt x="362" y="678"/>
                          <a:pt x="447" y="555"/>
                          <a:pt x="447" y="331"/>
                        </a:cubicBezTo>
                        <a:cubicBezTo>
                          <a:pt x="447" y="123"/>
                          <a:pt x="362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9" name="Google Shape;1829;p7"/>
                  <p:cNvSpPr/>
                  <p:nvPr/>
                </p:nvSpPr>
                <p:spPr>
                  <a:xfrm>
                    <a:off x="8520038" y="3038123"/>
                    <a:ext cx="25872" cy="780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5" extrusionOk="0">
                        <a:moveTo>
                          <a:pt x="139" y="0"/>
                        </a:moveTo>
                        <a:lnTo>
                          <a:pt x="1" y="77"/>
                        </a:lnTo>
                        <a:lnTo>
                          <a:pt x="16" y="146"/>
                        </a:lnTo>
                        <a:lnTo>
                          <a:pt x="132" y="85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0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0" name="Google Shape;1830;p7"/>
                  <p:cNvSpPr/>
                  <p:nvPr/>
                </p:nvSpPr>
                <p:spPr>
                  <a:xfrm>
                    <a:off x="8511811" y="3181435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69"/>
                        </a:moveTo>
                        <a:cubicBezTo>
                          <a:pt x="316" y="69"/>
                          <a:pt x="355" y="170"/>
                          <a:pt x="355" y="339"/>
                        </a:cubicBezTo>
                        <a:cubicBezTo>
                          <a:pt x="355" y="509"/>
                          <a:pt x="316" y="616"/>
                          <a:pt x="224" y="616"/>
                        </a:cubicBezTo>
                        <a:cubicBezTo>
                          <a:pt x="139" y="616"/>
                          <a:pt x="85" y="516"/>
                          <a:pt x="85" y="347"/>
                        </a:cubicBezTo>
                        <a:cubicBezTo>
                          <a:pt x="85" y="170"/>
                          <a:pt x="147" y="69"/>
                          <a:pt x="224" y="69"/>
                        </a:cubicBezTo>
                        <a:close/>
                        <a:moveTo>
                          <a:pt x="224" y="0"/>
                        </a:moveTo>
                        <a:cubicBezTo>
                          <a:pt x="93" y="0"/>
                          <a:pt x="0" y="123"/>
                          <a:pt x="0" y="347"/>
                        </a:cubicBezTo>
                        <a:cubicBezTo>
                          <a:pt x="0" y="563"/>
                          <a:pt x="85" y="678"/>
                          <a:pt x="216" y="678"/>
                        </a:cubicBezTo>
                        <a:cubicBezTo>
                          <a:pt x="362" y="678"/>
                          <a:pt x="447" y="555"/>
                          <a:pt x="447" y="331"/>
                        </a:cubicBezTo>
                        <a:cubicBezTo>
                          <a:pt x="447" y="123"/>
                          <a:pt x="362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1" name="Google Shape;1831;p7"/>
                  <p:cNvSpPr/>
                  <p:nvPr/>
                </p:nvSpPr>
                <p:spPr>
                  <a:xfrm>
                    <a:off x="8511811" y="3326535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70"/>
                          <a:pt x="355" y="332"/>
                        </a:cubicBezTo>
                        <a:cubicBezTo>
                          <a:pt x="355" y="501"/>
                          <a:pt x="316" y="609"/>
                          <a:pt x="224" y="609"/>
                        </a:cubicBezTo>
                        <a:cubicBezTo>
                          <a:pt x="139" y="609"/>
                          <a:pt x="85" y="509"/>
                          <a:pt x="85" y="339"/>
                        </a:cubicBezTo>
                        <a:cubicBezTo>
                          <a:pt x="85" y="162"/>
                          <a:pt x="147" y="70"/>
                          <a:pt x="224" y="70"/>
                        </a:cubicBezTo>
                        <a:close/>
                        <a:moveTo>
                          <a:pt x="224" y="0"/>
                        </a:moveTo>
                        <a:cubicBezTo>
                          <a:pt x="93" y="0"/>
                          <a:pt x="0" y="116"/>
                          <a:pt x="0" y="339"/>
                        </a:cubicBezTo>
                        <a:cubicBezTo>
                          <a:pt x="0" y="555"/>
                          <a:pt x="85" y="678"/>
                          <a:pt x="216" y="678"/>
                        </a:cubicBezTo>
                        <a:cubicBezTo>
                          <a:pt x="362" y="678"/>
                          <a:pt x="447" y="555"/>
                          <a:pt x="447" y="332"/>
                        </a:cubicBezTo>
                        <a:cubicBezTo>
                          <a:pt x="447" y="124"/>
                          <a:pt x="362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2" name="Google Shape;1832;p7"/>
                  <p:cNvSpPr/>
                  <p:nvPr/>
                </p:nvSpPr>
                <p:spPr>
                  <a:xfrm>
                    <a:off x="8520038" y="3472588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0"/>
                        </a:moveTo>
                        <a:lnTo>
                          <a:pt x="1" y="78"/>
                        </a:lnTo>
                        <a:lnTo>
                          <a:pt x="16" y="139"/>
                        </a:lnTo>
                        <a:lnTo>
                          <a:pt x="132" y="78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0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3" name="Google Shape;1833;p7"/>
                  <p:cNvSpPr/>
                  <p:nvPr/>
                </p:nvSpPr>
                <p:spPr>
                  <a:xfrm>
                    <a:off x="8511811" y="3615900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70"/>
                          <a:pt x="355" y="332"/>
                        </a:cubicBezTo>
                        <a:cubicBezTo>
                          <a:pt x="355" y="501"/>
                          <a:pt x="316" y="609"/>
                          <a:pt x="224" y="609"/>
                        </a:cubicBezTo>
                        <a:cubicBezTo>
                          <a:pt x="139" y="609"/>
                          <a:pt x="85" y="509"/>
                          <a:pt x="85" y="339"/>
                        </a:cubicBezTo>
                        <a:cubicBezTo>
                          <a:pt x="85" y="162"/>
                          <a:pt x="147" y="70"/>
                          <a:pt x="224" y="70"/>
                        </a:cubicBezTo>
                        <a:close/>
                        <a:moveTo>
                          <a:pt x="224" y="0"/>
                        </a:moveTo>
                        <a:cubicBezTo>
                          <a:pt x="93" y="0"/>
                          <a:pt x="0" y="116"/>
                          <a:pt x="0" y="339"/>
                        </a:cubicBezTo>
                        <a:cubicBezTo>
                          <a:pt x="0" y="555"/>
                          <a:pt x="85" y="678"/>
                          <a:pt x="216" y="678"/>
                        </a:cubicBezTo>
                        <a:cubicBezTo>
                          <a:pt x="362" y="678"/>
                          <a:pt x="447" y="555"/>
                          <a:pt x="447" y="332"/>
                        </a:cubicBezTo>
                        <a:cubicBezTo>
                          <a:pt x="447" y="124"/>
                          <a:pt x="362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4" name="Google Shape;1834;p7"/>
                  <p:cNvSpPr/>
                  <p:nvPr/>
                </p:nvSpPr>
                <p:spPr>
                  <a:xfrm>
                    <a:off x="8511811" y="3760165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69"/>
                        </a:moveTo>
                        <a:cubicBezTo>
                          <a:pt x="316" y="69"/>
                          <a:pt x="355" y="170"/>
                          <a:pt x="355" y="339"/>
                        </a:cubicBezTo>
                        <a:cubicBezTo>
                          <a:pt x="355" y="509"/>
                          <a:pt x="316" y="609"/>
                          <a:pt x="224" y="609"/>
                        </a:cubicBezTo>
                        <a:cubicBezTo>
                          <a:pt x="139" y="609"/>
                          <a:pt x="85" y="516"/>
                          <a:pt x="85" y="347"/>
                        </a:cubicBezTo>
                        <a:cubicBezTo>
                          <a:pt x="85" y="170"/>
                          <a:pt x="147" y="69"/>
                          <a:pt x="224" y="69"/>
                        </a:cubicBezTo>
                        <a:close/>
                        <a:moveTo>
                          <a:pt x="224" y="0"/>
                        </a:moveTo>
                        <a:cubicBezTo>
                          <a:pt x="93" y="0"/>
                          <a:pt x="0" y="123"/>
                          <a:pt x="0" y="347"/>
                        </a:cubicBezTo>
                        <a:cubicBezTo>
                          <a:pt x="0" y="563"/>
                          <a:pt x="85" y="678"/>
                          <a:pt x="216" y="678"/>
                        </a:cubicBezTo>
                        <a:cubicBezTo>
                          <a:pt x="362" y="678"/>
                          <a:pt x="447" y="555"/>
                          <a:pt x="447" y="331"/>
                        </a:cubicBezTo>
                        <a:cubicBezTo>
                          <a:pt x="447" y="123"/>
                          <a:pt x="362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5" name="Google Shape;1835;p7"/>
                  <p:cNvSpPr/>
                  <p:nvPr/>
                </p:nvSpPr>
                <p:spPr>
                  <a:xfrm>
                    <a:off x="8511811" y="3905265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70"/>
                          <a:pt x="355" y="332"/>
                        </a:cubicBezTo>
                        <a:cubicBezTo>
                          <a:pt x="355" y="501"/>
                          <a:pt x="316" y="609"/>
                          <a:pt x="224" y="609"/>
                        </a:cubicBezTo>
                        <a:cubicBezTo>
                          <a:pt x="139" y="609"/>
                          <a:pt x="85" y="509"/>
                          <a:pt x="85" y="339"/>
                        </a:cubicBezTo>
                        <a:cubicBezTo>
                          <a:pt x="85" y="162"/>
                          <a:pt x="147" y="70"/>
                          <a:pt x="224" y="70"/>
                        </a:cubicBezTo>
                        <a:close/>
                        <a:moveTo>
                          <a:pt x="224" y="0"/>
                        </a:moveTo>
                        <a:cubicBezTo>
                          <a:pt x="93" y="0"/>
                          <a:pt x="0" y="116"/>
                          <a:pt x="0" y="339"/>
                        </a:cubicBezTo>
                        <a:cubicBezTo>
                          <a:pt x="0" y="555"/>
                          <a:pt x="85" y="678"/>
                          <a:pt x="216" y="678"/>
                        </a:cubicBezTo>
                        <a:cubicBezTo>
                          <a:pt x="362" y="678"/>
                          <a:pt x="447" y="555"/>
                          <a:pt x="447" y="332"/>
                        </a:cubicBezTo>
                        <a:cubicBezTo>
                          <a:pt x="447" y="124"/>
                          <a:pt x="362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6" name="Google Shape;1836;p7"/>
                  <p:cNvSpPr/>
                  <p:nvPr/>
                </p:nvSpPr>
                <p:spPr>
                  <a:xfrm>
                    <a:off x="8520038" y="4051318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1"/>
                        </a:moveTo>
                        <a:lnTo>
                          <a:pt x="1" y="78"/>
                        </a:lnTo>
                        <a:lnTo>
                          <a:pt x="16" y="139"/>
                        </a:lnTo>
                        <a:lnTo>
                          <a:pt x="132" y="78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1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7" name="Google Shape;1837;p7"/>
                  <p:cNvSpPr/>
                  <p:nvPr/>
                </p:nvSpPr>
                <p:spPr>
                  <a:xfrm>
                    <a:off x="8520038" y="4195584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0"/>
                        </a:moveTo>
                        <a:lnTo>
                          <a:pt x="1" y="77"/>
                        </a:lnTo>
                        <a:lnTo>
                          <a:pt x="16" y="147"/>
                        </a:lnTo>
                        <a:lnTo>
                          <a:pt x="132" y="85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0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8" name="Google Shape;1838;p7"/>
                  <p:cNvSpPr/>
                  <p:nvPr/>
                </p:nvSpPr>
                <p:spPr>
                  <a:xfrm>
                    <a:off x="8520038" y="4340684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1"/>
                        </a:moveTo>
                        <a:lnTo>
                          <a:pt x="1" y="78"/>
                        </a:lnTo>
                        <a:lnTo>
                          <a:pt x="16" y="139"/>
                        </a:lnTo>
                        <a:lnTo>
                          <a:pt x="132" y="78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1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9" name="Google Shape;1839;p7"/>
                  <p:cNvSpPr/>
                  <p:nvPr/>
                </p:nvSpPr>
                <p:spPr>
                  <a:xfrm>
                    <a:off x="8511811" y="4483995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70"/>
                          <a:pt x="355" y="332"/>
                        </a:cubicBezTo>
                        <a:cubicBezTo>
                          <a:pt x="355" y="501"/>
                          <a:pt x="316" y="609"/>
                          <a:pt x="224" y="609"/>
                        </a:cubicBezTo>
                        <a:cubicBezTo>
                          <a:pt x="139" y="609"/>
                          <a:pt x="85" y="509"/>
                          <a:pt x="85" y="340"/>
                        </a:cubicBezTo>
                        <a:cubicBezTo>
                          <a:pt x="85" y="162"/>
                          <a:pt x="147" y="70"/>
                          <a:pt x="224" y="70"/>
                        </a:cubicBezTo>
                        <a:close/>
                        <a:moveTo>
                          <a:pt x="224" y="1"/>
                        </a:moveTo>
                        <a:cubicBezTo>
                          <a:pt x="93" y="1"/>
                          <a:pt x="0" y="116"/>
                          <a:pt x="0" y="340"/>
                        </a:cubicBezTo>
                        <a:cubicBezTo>
                          <a:pt x="0" y="555"/>
                          <a:pt x="85" y="679"/>
                          <a:pt x="216" y="679"/>
                        </a:cubicBezTo>
                        <a:cubicBezTo>
                          <a:pt x="362" y="679"/>
                          <a:pt x="447" y="555"/>
                          <a:pt x="447" y="332"/>
                        </a:cubicBezTo>
                        <a:cubicBezTo>
                          <a:pt x="447" y="124"/>
                          <a:pt x="362" y="1"/>
                          <a:pt x="224" y="1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0" name="Google Shape;1840;p7"/>
                  <p:cNvSpPr/>
                  <p:nvPr/>
                </p:nvSpPr>
                <p:spPr>
                  <a:xfrm>
                    <a:off x="8520038" y="4630049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1"/>
                        </a:moveTo>
                        <a:lnTo>
                          <a:pt x="1" y="78"/>
                        </a:lnTo>
                        <a:lnTo>
                          <a:pt x="16" y="139"/>
                        </a:lnTo>
                        <a:lnTo>
                          <a:pt x="132" y="78"/>
                        </a:lnTo>
                        <a:lnTo>
                          <a:pt x="132" y="655"/>
                        </a:lnTo>
                        <a:lnTo>
                          <a:pt x="216" y="655"/>
                        </a:lnTo>
                        <a:lnTo>
                          <a:pt x="216" y="1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1" name="Google Shape;1841;p7"/>
                  <p:cNvSpPr/>
                  <p:nvPr/>
                </p:nvSpPr>
                <p:spPr>
                  <a:xfrm>
                    <a:off x="8511811" y="4773360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70"/>
                          <a:pt x="355" y="332"/>
                        </a:cubicBezTo>
                        <a:cubicBezTo>
                          <a:pt x="355" y="501"/>
                          <a:pt x="316" y="609"/>
                          <a:pt x="224" y="609"/>
                        </a:cubicBezTo>
                        <a:cubicBezTo>
                          <a:pt x="139" y="609"/>
                          <a:pt x="85" y="509"/>
                          <a:pt x="85" y="340"/>
                        </a:cubicBezTo>
                        <a:cubicBezTo>
                          <a:pt x="85" y="162"/>
                          <a:pt x="147" y="70"/>
                          <a:pt x="224" y="70"/>
                        </a:cubicBezTo>
                        <a:close/>
                        <a:moveTo>
                          <a:pt x="224" y="1"/>
                        </a:moveTo>
                        <a:cubicBezTo>
                          <a:pt x="93" y="1"/>
                          <a:pt x="0" y="116"/>
                          <a:pt x="0" y="340"/>
                        </a:cubicBezTo>
                        <a:cubicBezTo>
                          <a:pt x="0" y="555"/>
                          <a:pt x="85" y="679"/>
                          <a:pt x="216" y="679"/>
                        </a:cubicBezTo>
                        <a:cubicBezTo>
                          <a:pt x="362" y="679"/>
                          <a:pt x="447" y="555"/>
                          <a:pt x="447" y="332"/>
                        </a:cubicBezTo>
                        <a:cubicBezTo>
                          <a:pt x="447" y="124"/>
                          <a:pt x="362" y="1"/>
                          <a:pt x="224" y="1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2" name="Google Shape;1842;p7"/>
                  <p:cNvSpPr/>
                  <p:nvPr/>
                </p:nvSpPr>
                <p:spPr>
                  <a:xfrm>
                    <a:off x="8520038" y="4919414"/>
                    <a:ext cx="25872" cy="78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56" extrusionOk="0">
                        <a:moveTo>
                          <a:pt x="139" y="1"/>
                        </a:moveTo>
                        <a:lnTo>
                          <a:pt x="1" y="78"/>
                        </a:lnTo>
                        <a:lnTo>
                          <a:pt x="16" y="139"/>
                        </a:lnTo>
                        <a:lnTo>
                          <a:pt x="132" y="78"/>
                        </a:lnTo>
                        <a:lnTo>
                          <a:pt x="132" y="656"/>
                        </a:lnTo>
                        <a:lnTo>
                          <a:pt x="216" y="656"/>
                        </a:lnTo>
                        <a:lnTo>
                          <a:pt x="216" y="1"/>
                        </a:ln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3" name="Google Shape;1843;p7"/>
                  <p:cNvSpPr/>
                  <p:nvPr/>
                </p:nvSpPr>
                <p:spPr>
                  <a:xfrm>
                    <a:off x="8511811" y="5062725"/>
                    <a:ext cx="53414" cy="8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" h="679" extrusionOk="0">
                        <a:moveTo>
                          <a:pt x="224" y="70"/>
                        </a:moveTo>
                        <a:cubicBezTo>
                          <a:pt x="316" y="70"/>
                          <a:pt x="355" y="170"/>
                          <a:pt x="355" y="332"/>
                        </a:cubicBezTo>
                        <a:cubicBezTo>
                          <a:pt x="355" y="501"/>
                          <a:pt x="316" y="609"/>
                          <a:pt x="224" y="609"/>
                        </a:cubicBezTo>
                        <a:cubicBezTo>
                          <a:pt x="139" y="609"/>
                          <a:pt x="85" y="509"/>
                          <a:pt x="85" y="340"/>
                        </a:cubicBezTo>
                        <a:cubicBezTo>
                          <a:pt x="85" y="162"/>
                          <a:pt x="147" y="70"/>
                          <a:pt x="224" y="70"/>
                        </a:cubicBezTo>
                        <a:close/>
                        <a:moveTo>
                          <a:pt x="224" y="1"/>
                        </a:moveTo>
                        <a:cubicBezTo>
                          <a:pt x="93" y="1"/>
                          <a:pt x="0" y="116"/>
                          <a:pt x="0" y="340"/>
                        </a:cubicBezTo>
                        <a:cubicBezTo>
                          <a:pt x="0" y="555"/>
                          <a:pt x="85" y="679"/>
                          <a:pt x="216" y="679"/>
                        </a:cubicBezTo>
                        <a:cubicBezTo>
                          <a:pt x="362" y="679"/>
                          <a:pt x="447" y="555"/>
                          <a:pt x="447" y="332"/>
                        </a:cubicBezTo>
                        <a:cubicBezTo>
                          <a:pt x="447" y="124"/>
                          <a:pt x="362" y="1"/>
                          <a:pt x="224" y="1"/>
                        </a:cubicBezTo>
                        <a:close/>
                      </a:path>
                    </a:pathLst>
                  </a:custGeom>
                  <a:solidFill>
                    <a:srgbClr val="3FE6FF">
                      <a:alpha val="413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44" name="Google Shape;1844;p7"/>
                <p:cNvSpPr/>
                <p:nvPr/>
              </p:nvSpPr>
              <p:spPr>
                <a:xfrm>
                  <a:off x="8168419" y="144353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39" y="1"/>
                      </a:moveTo>
                      <a:lnTo>
                        <a:pt x="1" y="78"/>
                      </a:lnTo>
                      <a:lnTo>
                        <a:pt x="16" y="147"/>
                      </a:lnTo>
                      <a:lnTo>
                        <a:pt x="132" y="86"/>
                      </a:lnTo>
                      <a:lnTo>
                        <a:pt x="132" y="656"/>
                      </a:lnTo>
                      <a:lnTo>
                        <a:pt x="216" y="656"/>
                      </a:lnTo>
                      <a:lnTo>
                        <a:pt x="21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7"/>
                <p:cNvSpPr/>
                <p:nvPr/>
              </p:nvSpPr>
              <p:spPr>
                <a:xfrm>
                  <a:off x="8168419" y="288618"/>
                  <a:ext cx="25872" cy="79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64" extrusionOk="0">
                      <a:moveTo>
                        <a:pt x="139" y="0"/>
                      </a:moveTo>
                      <a:lnTo>
                        <a:pt x="1" y="85"/>
                      </a:lnTo>
                      <a:lnTo>
                        <a:pt x="16" y="147"/>
                      </a:lnTo>
                      <a:lnTo>
                        <a:pt x="132" y="85"/>
                      </a:lnTo>
                      <a:lnTo>
                        <a:pt x="132" y="663"/>
                      </a:lnTo>
                      <a:lnTo>
                        <a:pt x="216" y="663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7"/>
                <p:cNvSpPr/>
                <p:nvPr/>
              </p:nvSpPr>
              <p:spPr>
                <a:xfrm>
                  <a:off x="8168419" y="433718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39" y="1"/>
                      </a:moveTo>
                      <a:lnTo>
                        <a:pt x="1" y="78"/>
                      </a:lnTo>
                      <a:lnTo>
                        <a:pt x="16" y="147"/>
                      </a:lnTo>
                      <a:lnTo>
                        <a:pt x="132" y="86"/>
                      </a:lnTo>
                      <a:lnTo>
                        <a:pt x="132" y="656"/>
                      </a:lnTo>
                      <a:lnTo>
                        <a:pt x="216" y="656"/>
                      </a:lnTo>
                      <a:lnTo>
                        <a:pt x="21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7"/>
                <p:cNvSpPr/>
                <p:nvPr/>
              </p:nvSpPr>
              <p:spPr>
                <a:xfrm>
                  <a:off x="8160192" y="577029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40"/>
                      </a:cubicBezTo>
                      <a:cubicBezTo>
                        <a:pt x="355" y="509"/>
                        <a:pt x="316" y="609"/>
                        <a:pt x="224" y="609"/>
                      </a:cubicBezTo>
                      <a:cubicBezTo>
                        <a:pt x="139" y="609"/>
                        <a:pt x="85" y="517"/>
                        <a:pt x="85" y="347"/>
                      </a:cubicBezTo>
                      <a:cubicBezTo>
                        <a:pt x="85" y="163"/>
                        <a:pt x="147" y="70"/>
                        <a:pt x="224" y="70"/>
                      </a:cubicBezTo>
                      <a:close/>
                      <a:moveTo>
                        <a:pt x="224" y="1"/>
                      </a:moveTo>
                      <a:cubicBezTo>
                        <a:pt x="93" y="1"/>
                        <a:pt x="0" y="124"/>
                        <a:pt x="0" y="340"/>
                      </a:cubicBezTo>
                      <a:cubicBezTo>
                        <a:pt x="0" y="563"/>
                        <a:pt x="85" y="679"/>
                        <a:pt x="216" y="679"/>
                      </a:cubicBezTo>
                      <a:cubicBezTo>
                        <a:pt x="362" y="679"/>
                        <a:pt x="447" y="556"/>
                        <a:pt x="447" y="332"/>
                      </a:cubicBezTo>
                      <a:cubicBezTo>
                        <a:pt x="447" y="124"/>
                        <a:pt x="362" y="1"/>
                        <a:pt x="2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7"/>
                <p:cNvSpPr/>
                <p:nvPr/>
              </p:nvSpPr>
              <p:spPr>
                <a:xfrm>
                  <a:off x="8160192" y="722248"/>
                  <a:ext cx="53414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79" extrusionOk="0">
                      <a:moveTo>
                        <a:pt x="224" y="62"/>
                      </a:moveTo>
                      <a:cubicBezTo>
                        <a:pt x="316" y="62"/>
                        <a:pt x="355" y="162"/>
                        <a:pt x="355" y="331"/>
                      </a:cubicBezTo>
                      <a:cubicBezTo>
                        <a:pt x="355" y="501"/>
                        <a:pt x="316" y="609"/>
                        <a:pt x="224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47" y="62"/>
                        <a:pt x="224" y="62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0" y="116"/>
                        <a:pt x="0" y="339"/>
                      </a:cubicBezTo>
                      <a:cubicBezTo>
                        <a:pt x="0" y="555"/>
                        <a:pt x="85" y="678"/>
                        <a:pt x="216" y="678"/>
                      </a:cubicBezTo>
                      <a:cubicBezTo>
                        <a:pt x="362" y="678"/>
                        <a:pt x="447" y="555"/>
                        <a:pt x="447" y="331"/>
                      </a:cubicBezTo>
                      <a:cubicBezTo>
                        <a:pt x="447" y="123"/>
                        <a:pt x="362" y="0"/>
                        <a:pt x="2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7"/>
                <p:cNvSpPr/>
                <p:nvPr/>
              </p:nvSpPr>
              <p:spPr>
                <a:xfrm>
                  <a:off x="8168419" y="868302"/>
                  <a:ext cx="25872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56" extrusionOk="0">
                      <a:moveTo>
                        <a:pt x="139" y="0"/>
                      </a:moveTo>
                      <a:lnTo>
                        <a:pt x="1" y="77"/>
                      </a:lnTo>
                      <a:lnTo>
                        <a:pt x="16" y="139"/>
                      </a:lnTo>
                      <a:lnTo>
                        <a:pt x="132" y="77"/>
                      </a:lnTo>
                      <a:lnTo>
                        <a:pt x="132" y="655"/>
                      </a:lnTo>
                      <a:lnTo>
                        <a:pt x="216" y="655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7"/>
                <p:cNvSpPr/>
                <p:nvPr/>
              </p:nvSpPr>
              <p:spPr>
                <a:xfrm>
                  <a:off x="8160192" y="1010660"/>
                  <a:ext cx="53414" cy="81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687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39"/>
                      </a:cubicBezTo>
                      <a:cubicBezTo>
                        <a:pt x="355" y="509"/>
                        <a:pt x="316" y="617"/>
                        <a:pt x="224" y="617"/>
                      </a:cubicBezTo>
                      <a:cubicBezTo>
                        <a:pt x="139" y="617"/>
                        <a:pt x="85" y="517"/>
                        <a:pt x="85" y="347"/>
                      </a:cubicBezTo>
                      <a:cubicBezTo>
                        <a:pt x="85" y="170"/>
                        <a:pt x="147" y="70"/>
                        <a:pt x="224" y="70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0" y="124"/>
                        <a:pt x="0" y="347"/>
                      </a:cubicBezTo>
                      <a:cubicBezTo>
                        <a:pt x="0" y="563"/>
                        <a:pt x="85" y="686"/>
                        <a:pt x="216" y="686"/>
                      </a:cubicBezTo>
                      <a:cubicBezTo>
                        <a:pt x="362" y="686"/>
                        <a:pt x="447" y="563"/>
                        <a:pt x="447" y="339"/>
                      </a:cubicBezTo>
                      <a:cubicBezTo>
                        <a:pt x="447" y="124"/>
                        <a:pt x="362" y="0"/>
                        <a:pt x="2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7"/>
                <p:cNvSpPr/>
                <p:nvPr/>
              </p:nvSpPr>
              <p:spPr>
                <a:xfrm>
                  <a:off x="8441061" y="144353"/>
                  <a:ext cx="26707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656" extrusionOk="0">
                      <a:moveTo>
                        <a:pt x="147" y="1"/>
                      </a:moveTo>
                      <a:lnTo>
                        <a:pt x="0" y="78"/>
                      </a:lnTo>
                      <a:lnTo>
                        <a:pt x="23" y="147"/>
                      </a:lnTo>
                      <a:lnTo>
                        <a:pt x="139" y="86"/>
                      </a:lnTo>
                      <a:lnTo>
                        <a:pt x="139" y="656"/>
                      </a:lnTo>
                      <a:lnTo>
                        <a:pt x="224" y="656"/>
                      </a:lnTo>
                      <a:lnTo>
                        <a:pt x="2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7"/>
                <p:cNvSpPr/>
                <p:nvPr/>
              </p:nvSpPr>
              <p:spPr>
                <a:xfrm>
                  <a:off x="8441061" y="288618"/>
                  <a:ext cx="26707" cy="79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664" extrusionOk="0">
                      <a:moveTo>
                        <a:pt x="147" y="0"/>
                      </a:moveTo>
                      <a:lnTo>
                        <a:pt x="0" y="85"/>
                      </a:lnTo>
                      <a:lnTo>
                        <a:pt x="23" y="147"/>
                      </a:lnTo>
                      <a:lnTo>
                        <a:pt x="139" y="85"/>
                      </a:lnTo>
                      <a:lnTo>
                        <a:pt x="139" y="663"/>
                      </a:lnTo>
                      <a:lnTo>
                        <a:pt x="224" y="663"/>
                      </a:lnTo>
                      <a:lnTo>
                        <a:pt x="22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3" name="Google Shape;1853;p7"/>
                <p:cNvSpPr/>
                <p:nvPr/>
              </p:nvSpPr>
              <p:spPr>
                <a:xfrm>
                  <a:off x="8441061" y="433718"/>
                  <a:ext cx="26707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656" extrusionOk="0">
                      <a:moveTo>
                        <a:pt x="147" y="1"/>
                      </a:moveTo>
                      <a:lnTo>
                        <a:pt x="0" y="78"/>
                      </a:lnTo>
                      <a:lnTo>
                        <a:pt x="23" y="147"/>
                      </a:lnTo>
                      <a:lnTo>
                        <a:pt x="139" y="86"/>
                      </a:lnTo>
                      <a:lnTo>
                        <a:pt x="139" y="656"/>
                      </a:lnTo>
                      <a:lnTo>
                        <a:pt x="224" y="656"/>
                      </a:lnTo>
                      <a:lnTo>
                        <a:pt x="2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4" name="Google Shape;1854;p7"/>
                <p:cNvSpPr/>
                <p:nvPr/>
              </p:nvSpPr>
              <p:spPr>
                <a:xfrm>
                  <a:off x="8433669" y="577029"/>
                  <a:ext cx="52460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40"/>
                      </a:cubicBezTo>
                      <a:cubicBezTo>
                        <a:pt x="355" y="509"/>
                        <a:pt x="309" y="609"/>
                        <a:pt x="216" y="609"/>
                      </a:cubicBezTo>
                      <a:cubicBezTo>
                        <a:pt x="139" y="609"/>
                        <a:pt x="85" y="517"/>
                        <a:pt x="85" y="347"/>
                      </a:cubicBezTo>
                      <a:cubicBezTo>
                        <a:pt x="85" y="163"/>
                        <a:pt x="139" y="70"/>
                        <a:pt x="224" y="70"/>
                      </a:cubicBezTo>
                      <a:close/>
                      <a:moveTo>
                        <a:pt x="224" y="1"/>
                      </a:moveTo>
                      <a:cubicBezTo>
                        <a:pt x="93" y="1"/>
                        <a:pt x="0" y="124"/>
                        <a:pt x="0" y="340"/>
                      </a:cubicBezTo>
                      <a:cubicBezTo>
                        <a:pt x="0" y="563"/>
                        <a:pt x="85" y="679"/>
                        <a:pt x="216" y="679"/>
                      </a:cubicBezTo>
                      <a:cubicBezTo>
                        <a:pt x="363" y="679"/>
                        <a:pt x="440" y="556"/>
                        <a:pt x="440" y="332"/>
                      </a:cubicBezTo>
                      <a:cubicBezTo>
                        <a:pt x="440" y="124"/>
                        <a:pt x="355" y="1"/>
                        <a:pt x="2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5" name="Google Shape;1855;p7"/>
                <p:cNvSpPr/>
                <p:nvPr/>
              </p:nvSpPr>
              <p:spPr>
                <a:xfrm>
                  <a:off x="8433669" y="722248"/>
                  <a:ext cx="52460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" h="679" extrusionOk="0">
                      <a:moveTo>
                        <a:pt x="224" y="62"/>
                      </a:moveTo>
                      <a:cubicBezTo>
                        <a:pt x="316" y="62"/>
                        <a:pt x="355" y="162"/>
                        <a:pt x="355" y="331"/>
                      </a:cubicBezTo>
                      <a:cubicBezTo>
                        <a:pt x="355" y="501"/>
                        <a:pt x="309" y="609"/>
                        <a:pt x="216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39" y="62"/>
                        <a:pt x="224" y="62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0" y="116"/>
                        <a:pt x="0" y="339"/>
                      </a:cubicBezTo>
                      <a:cubicBezTo>
                        <a:pt x="0" y="555"/>
                        <a:pt x="85" y="678"/>
                        <a:pt x="216" y="678"/>
                      </a:cubicBezTo>
                      <a:cubicBezTo>
                        <a:pt x="363" y="678"/>
                        <a:pt x="440" y="555"/>
                        <a:pt x="440" y="331"/>
                      </a:cubicBezTo>
                      <a:cubicBezTo>
                        <a:pt x="440" y="123"/>
                        <a:pt x="355" y="0"/>
                        <a:pt x="2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6" name="Google Shape;1856;p7"/>
                <p:cNvSpPr/>
                <p:nvPr/>
              </p:nvSpPr>
              <p:spPr>
                <a:xfrm>
                  <a:off x="8441061" y="868302"/>
                  <a:ext cx="26707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656" extrusionOk="0">
                      <a:moveTo>
                        <a:pt x="147" y="0"/>
                      </a:moveTo>
                      <a:lnTo>
                        <a:pt x="0" y="77"/>
                      </a:lnTo>
                      <a:lnTo>
                        <a:pt x="23" y="139"/>
                      </a:lnTo>
                      <a:lnTo>
                        <a:pt x="139" y="77"/>
                      </a:lnTo>
                      <a:lnTo>
                        <a:pt x="139" y="655"/>
                      </a:lnTo>
                      <a:lnTo>
                        <a:pt x="224" y="655"/>
                      </a:lnTo>
                      <a:lnTo>
                        <a:pt x="22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7" name="Google Shape;1857;p7"/>
                <p:cNvSpPr/>
                <p:nvPr/>
              </p:nvSpPr>
              <p:spPr>
                <a:xfrm>
                  <a:off x="8433669" y="1010660"/>
                  <a:ext cx="52460" cy="81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" h="687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39"/>
                      </a:cubicBezTo>
                      <a:cubicBezTo>
                        <a:pt x="355" y="509"/>
                        <a:pt x="309" y="617"/>
                        <a:pt x="216" y="617"/>
                      </a:cubicBezTo>
                      <a:cubicBezTo>
                        <a:pt x="139" y="617"/>
                        <a:pt x="85" y="517"/>
                        <a:pt x="85" y="347"/>
                      </a:cubicBezTo>
                      <a:cubicBezTo>
                        <a:pt x="85" y="170"/>
                        <a:pt x="139" y="70"/>
                        <a:pt x="224" y="70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0" y="124"/>
                        <a:pt x="0" y="347"/>
                      </a:cubicBezTo>
                      <a:cubicBezTo>
                        <a:pt x="0" y="563"/>
                        <a:pt x="85" y="686"/>
                        <a:pt x="216" y="686"/>
                      </a:cubicBezTo>
                      <a:cubicBezTo>
                        <a:pt x="363" y="686"/>
                        <a:pt x="440" y="563"/>
                        <a:pt x="440" y="339"/>
                      </a:cubicBezTo>
                      <a:cubicBezTo>
                        <a:pt x="440" y="124"/>
                        <a:pt x="355" y="0"/>
                        <a:pt x="2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8" name="Google Shape;1858;p7"/>
                <p:cNvSpPr/>
                <p:nvPr/>
              </p:nvSpPr>
              <p:spPr>
                <a:xfrm>
                  <a:off x="8441061" y="1156713"/>
                  <a:ext cx="26707" cy="79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664" extrusionOk="0">
                      <a:moveTo>
                        <a:pt x="147" y="1"/>
                      </a:moveTo>
                      <a:lnTo>
                        <a:pt x="0" y="85"/>
                      </a:lnTo>
                      <a:lnTo>
                        <a:pt x="23" y="147"/>
                      </a:lnTo>
                      <a:lnTo>
                        <a:pt x="139" y="85"/>
                      </a:lnTo>
                      <a:lnTo>
                        <a:pt x="139" y="663"/>
                      </a:lnTo>
                      <a:lnTo>
                        <a:pt x="224" y="663"/>
                      </a:lnTo>
                      <a:lnTo>
                        <a:pt x="2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9" name="Google Shape;1859;p7"/>
                <p:cNvSpPr/>
                <p:nvPr/>
              </p:nvSpPr>
              <p:spPr>
                <a:xfrm>
                  <a:off x="8433669" y="1300979"/>
                  <a:ext cx="52460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31"/>
                      </a:cubicBezTo>
                      <a:cubicBezTo>
                        <a:pt x="355" y="501"/>
                        <a:pt x="309" y="609"/>
                        <a:pt x="216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39" y="70"/>
                        <a:pt x="224" y="70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0" y="116"/>
                        <a:pt x="0" y="339"/>
                      </a:cubicBezTo>
                      <a:cubicBezTo>
                        <a:pt x="0" y="555"/>
                        <a:pt x="85" y="678"/>
                        <a:pt x="216" y="678"/>
                      </a:cubicBezTo>
                      <a:cubicBezTo>
                        <a:pt x="363" y="678"/>
                        <a:pt x="440" y="555"/>
                        <a:pt x="440" y="331"/>
                      </a:cubicBezTo>
                      <a:cubicBezTo>
                        <a:pt x="440" y="123"/>
                        <a:pt x="355" y="0"/>
                        <a:pt x="2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0" name="Google Shape;1860;p7"/>
                <p:cNvSpPr/>
                <p:nvPr/>
              </p:nvSpPr>
              <p:spPr>
                <a:xfrm>
                  <a:off x="8441061" y="1447032"/>
                  <a:ext cx="26707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656" extrusionOk="0">
                      <a:moveTo>
                        <a:pt x="147" y="0"/>
                      </a:moveTo>
                      <a:lnTo>
                        <a:pt x="0" y="77"/>
                      </a:lnTo>
                      <a:lnTo>
                        <a:pt x="23" y="139"/>
                      </a:lnTo>
                      <a:lnTo>
                        <a:pt x="139" y="77"/>
                      </a:lnTo>
                      <a:lnTo>
                        <a:pt x="139" y="655"/>
                      </a:lnTo>
                      <a:lnTo>
                        <a:pt x="224" y="655"/>
                      </a:lnTo>
                      <a:lnTo>
                        <a:pt x="22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1" name="Google Shape;1861;p7"/>
                <p:cNvSpPr/>
                <p:nvPr/>
              </p:nvSpPr>
              <p:spPr>
                <a:xfrm>
                  <a:off x="8433669" y="1590344"/>
                  <a:ext cx="52460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32"/>
                      </a:cubicBezTo>
                      <a:cubicBezTo>
                        <a:pt x="355" y="501"/>
                        <a:pt x="309" y="609"/>
                        <a:pt x="216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39" y="70"/>
                        <a:pt x="224" y="70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0" y="116"/>
                        <a:pt x="0" y="339"/>
                      </a:cubicBezTo>
                      <a:cubicBezTo>
                        <a:pt x="0" y="555"/>
                        <a:pt x="85" y="678"/>
                        <a:pt x="216" y="678"/>
                      </a:cubicBezTo>
                      <a:cubicBezTo>
                        <a:pt x="363" y="678"/>
                        <a:pt x="440" y="555"/>
                        <a:pt x="440" y="332"/>
                      </a:cubicBezTo>
                      <a:cubicBezTo>
                        <a:pt x="440" y="123"/>
                        <a:pt x="355" y="0"/>
                        <a:pt x="2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2" name="Google Shape;1862;p7"/>
                <p:cNvSpPr/>
                <p:nvPr/>
              </p:nvSpPr>
              <p:spPr>
                <a:xfrm>
                  <a:off x="8441061" y="1736397"/>
                  <a:ext cx="26707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656" extrusionOk="0">
                      <a:moveTo>
                        <a:pt x="147" y="0"/>
                      </a:moveTo>
                      <a:lnTo>
                        <a:pt x="0" y="77"/>
                      </a:lnTo>
                      <a:lnTo>
                        <a:pt x="23" y="139"/>
                      </a:lnTo>
                      <a:lnTo>
                        <a:pt x="139" y="77"/>
                      </a:lnTo>
                      <a:lnTo>
                        <a:pt x="139" y="655"/>
                      </a:lnTo>
                      <a:lnTo>
                        <a:pt x="224" y="655"/>
                      </a:lnTo>
                      <a:lnTo>
                        <a:pt x="22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3" name="Google Shape;1863;p7"/>
                <p:cNvSpPr/>
                <p:nvPr/>
              </p:nvSpPr>
              <p:spPr>
                <a:xfrm>
                  <a:off x="8433669" y="1879709"/>
                  <a:ext cx="52460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" h="679" extrusionOk="0">
                      <a:moveTo>
                        <a:pt x="224" y="62"/>
                      </a:moveTo>
                      <a:cubicBezTo>
                        <a:pt x="316" y="62"/>
                        <a:pt x="355" y="162"/>
                        <a:pt x="355" y="332"/>
                      </a:cubicBezTo>
                      <a:cubicBezTo>
                        <a:pt x="355" y="501"/>
                        <a:pt x="309" y="609"/>
                        <a:pt x="216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39" y="62"/>
                        <a:pt x="224" y="62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0" y="116"/>
                        <a:pt x="0" y="339"/>
                      </a:cubicBezTo>
                      <a:cubicBezTo>
                        <a:pt x="0" y="555"/>
                        <a:pt x="85" y="678"/>
                        <a:pt x="216" y="678"/>
                      </a:cubicBezTo>
                      <a:cubicBezTo>
                        <a:pt x="363" y="678"/>
                        <a:pt x="440" y="555"/>
                        <a:pt x="440" y="332"/>
                      </a:cubicBezTo>
                      <a:cubicBezTo>
                        <a:pt x="440" y="124"/>
                        <a:pt x="355" y="0"/>
                        <a:pt x="2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4" name="Google Shape;1864;p7"/>
                <p:cNvSpPr/>
                <p:nvPr/>
              </p:nvSpPr>
              <p:spPr>
                <a:xfrm>
                  <a:off x="8441061" y="2025762"/>
                  <a:ext cx="26707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656" extrusionOk="0">
                      <a:moveTo>
                        <a:pt x="147" y="0"/>
                      </a:moveTo>
                      <a:lnTo>
                        <a:pt x="0" y="77"/>
                      </a:lnTo>
                      <a:lnTo>
                        <a:pt x="23" y="139"/>
                      </a:lnTo>
                      <a:lnTo>
                        <a:pt x="139" y="77"/>
                      </a:lnTo>
                      <a:lnTo>
                        <a:pt x="139" y="655"/>
                      </a:lnTo>
                      <a:lnTo>
                        <a:pt x="224" y="655"/>
                      </a:lnTo>
                      <a:lnTo>
                        <a:pt x="22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5" name="Google Shape;1865;p7"/>
                <p:cNvSpPr/>
                <p:nvPr/>
              </p:nvSpPr>
              <p:spPr>
                <a:xfrm>
                  <a:off x="8441061" y="2169909"/>
                  <a:ext cx="26707" cy="78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656" extrusionOk="0">
                      <a:moveTo>
                        <a:pt x="147" y="1"/>
                      </a:moveTo>
                      <a:lnTo>
                        <a:pt x="0" y="78"/>
                      </a:lnTo>
                      <a:lnTo>
                        <a:pt x="23" y="147"/>
                      </a:lnTo>
                      <a:lnTo>
                        <a:pt x="139" y="86"/>
                      </a:lnTo>
                      <a:lnTo>
                        <a:pt x="139" y="656"/>
                      </a:lnTo>
                      <a:lnTo>
                        <a:pt x="224" y="656"/>
                      </a:lnTo>
                      <a:lnTo>
                        <a:pt x="2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6" name="Google Shape;1866;p7"/>
                <p:cNvSpPr/>
                <p:nvPr/>
              </p:nvSpPr>
              <p:spPr>
                <a:xfrm>
                  <a:off x="8433669" y="2313220"/>
                  <a:ext cx="52460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40"/>
                      </a:cubicBezTo>
                      <a:cubicBezTo>
                        <a:pt x="355" y="509"/>
                        <a:pt x="309" y="610"/>
                        <a:pt x="216" y="610"/>
                      </a:cubicBezTo>
                      <a:cubicBezTo>
                        <a:pt x="139" y="610"/>
                        <a:pt x="85" y="517"/>
                        <a:pt x="85" y="348"/>
                      </a:cubicBezTo>
                      <a:cubicBezTo>
                        <a:pt x="85" y="170"/>
                        <a:pt x="139" y="70"/>
                        <a:pt x="224" y="70"/>
                      </a:cubicBezTo>
                      <a:close/>
                      <a:moveTo>
                        <a:pt x="224" y="1"/>
                      </a:moveTo>
                      <a:cubicBezTo>
                        <a:pt x="93" y="1"/>
                        <a:pt x="0" y="124"/>
                        <a:pt x="0" y="340"/>
                      </a:cubicBezTo>
                      <a:cubicBezTo>
                        <a:pt x="0" y="563"/>
                        <a:pt x="85" y="679"/>
                        <a:pt x="216" y="679"/>
                      </a:cubicBezTo>
                      <a:cubicBezTo>
                        <a:pt x="363" y="679"/>
                        <a:pt x="440" y="556"/>
                        <a:pt x="440" y="332"/>
                      </a:cubicBezTo>
                      <a:cubicBezTo>
                        <a:pt x="440" y="124"/>
                        <a:pt x="355" y="1"/>
                        <a:pt x="2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7" name="Google Shape;1867;p7"/>
                <p:cNvSpPr/>
                <p:nvPr/>
              </p:nvSpPr>
              <p:spPr>
                <a:xfrm>
                  <a:off x="8433669" y="2458439"/>
                  <a:ext cx="52460" cy="8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" h="679" extrusionOk="0">
                      <a:moveTo>
                        <a:pt x="224" y="70"/>
                      </a:moveTo>
                      <a:cubicBezTo>
                        <a:pt x="316" y="70"/>
                        <a:pt x="355" y="170"/>
                        <a:pt x="355" y="332"/>
                      </a:cubicBezTo>
                      <a:cubicBezTo>
                        <a:pt x="355" y="501"/>
                        <a:pt x="309" y="609"/>
                        <a:pt x="216" y="609"/>
                      </a:cubicBezTo>
                      <a:cubicBezTo>
                        <a:pt x="139" y="609"/>
                        <a:pt x="85" y="509"/>
                        <a:pt x="85" y="339"/>
                      </a:cubicBezTo>
                      <a:cubicBezTo>
                        <a:pt x="85" y="162"/>
                        <a:pt x="139" y="70"/>
                        <a:pt x="224" y="70"/>
                      </a:cubicBezTo>
                      <a:close/>
                      <a:moveTo>
                        <a:pt x="224" y="0"/>
                      </a:moveTo>
                      <a:cubicBezTo>
                        <a:pt x="93" y="0"/>
                        <a:pt x="0" y="116"/>
                        <a:pt x="0" y="339"/>
                      </a:cubicBezTo>
                      <a:cubicBezTo>
                        <a:pt x="0" y="555"/>
                        <a:pt x="85" y="678"/>
                        <a:pt x="216" y="678"/>
                      </a:cubicBezTo>
                      <a:cubicBezTo>
                        <a:pt x="363" y="678"/>
                        <a:pt x="440" y="555"/>
                        <a:pt x="440" y="332"/>
                      </a:cubicBezTo>
                      <a:cubicBezTo>
                        <a:pt x="440" y="124"/>
                        <a:pt x="355" y="0"/>
                        <a:pt x="2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8" name="Google Shape;2438;p9"/>
          <p:cNvGrpSpPr/>
          <p:nvPr/>
        </p:nvGrpSpPr>
        <p:grpSpPr>
          <a:xfrm>
            <a:off x="189" y="52"/>
            <a:ext cx="9144013" cy="5143533"/>
            <a:chOff x="4088025" y="1324225"/>
            <a:chExt cx="1348575" cy="1101800"/>
          </a:xfrm>
        </p:grpSpPr>
        <p:sp>
          <p:nvSpPr>
            <p:cNvPr id="2439" name="Google Shape;2439;p9"/>
            <p:cNvSpPr/>
            <p:nvPr/>
          </p:nvSpPr>
          <p:spPr>
            <a:xfrm>
              <a:off x="4088025" y="24229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9"/>
            <p:cNvSpPr/>
            <p:nvPr/>
          </p:nvSpPr>
          <p:spPr>
            <a:xfrm>
              <a:off x="4088025" y="24005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9"/>
            <p:cNvSpPr/>
            <p:nvPr/>
          </p:nvSpPr>
          <p:spPr>
            <a:xfrm>
              <a:off x="4088025" y="2378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9"/>
            <p:cNvSpPr/>
            <p:nvPr/>
          </p:nvSpPr>
          <p:spPr>
            <a:xfrm>
              <a:off x="4088025" y="23557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9"/>
            <p:cNvSpPr/>
            <p:nvPr/>
          </p:nvSpPr>
          <p:spPr>
            <a:xfrm>
              <a:off x="4088025" y="23331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9"/>
            <p:cNvSpPr/>
            <p:nvPr/>
          </p:nvSpPr>
          <p:spPr>
            <a:xfrm>
              <a:off x="4088025" y="23108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9"/>
            <p:cNvSpPr/>
            <p:nvPr/>
          </p:nvSpPr>
          <p:spPr>
            <a:xfrm>
              <a:off x="4088025" y="22884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9"/>
            <p:cNvSpPr/>
            <p:nvPr/>
          </p:nvSpPr>
          <p:spPr>
            <a:xfrm>
              <a:off x="4088025" y="22659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9"/>
            <p:cNvSpPr/>
            <p:nvPr/>
          </p:nvSpPr>
          <p:spPr>
            <a:xfrm>
              <a:off x="4088025" y="22436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9"/>
            <p:cNvSpPr/>
            <p:nvPr/>
          </p:nvSpPr>
          <p:spPr>
            <a:xfrm>
              <a:off x="4088025" y="2221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9"/>
            <p:cNvSpPr/>
            <p:nvPr/>
          </p:nvSpPr>
          <p:spPr>
            <a:xfrm>
              <a:off x="4088025" y="21987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9"/>
            <p:cNvSpPr/>
            <p:nvPr/>
          </p:nvSpPr>
          <p:spPr>
            <a:xfrm>
              <a:off x="4088025" y="21761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9"/>
            <p:cNvSpPr/>
            <p:nvPr/>
          </p:nvSpPr>
          <p:spPr>
            <a:xfrm>
              <a:off x="4088025" y="21538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9"/>
            <p:cNvSpPr/>
            <p:nvPr/>
          </p:nvSpPr>
          <p:spPr>
            <a:xfrm>
              <a:off x="4088025" y="21314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9"/>
            <p:cNvSpPr/>
            <p:nvPr/>
          </p:nvSpPr>
          <p:spPr>
            <a:xfrm>
              <a:off x="4088025" y="21089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9"/>
            <p:cNvSpPr/>
            <p:nvPr/>
          </p:nvSpPr>
          <p:spPr>
            <a:xfrm>
              <a:off x="4088025" y="20866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9"/>
            <p:cNvSpPr/>
            <p:nvPr/>
          </p:nvSpPr>
          <p:spPr>
            <a:xfrm>
              <a:off x="4088025" y="2064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9"/>
            <p:cNvSpPr/>
            <p:nvPr/>
          </p:nvSpPr>
          <p:spPr>
            <a:xfrm>
              <a:off x="4088025" y="20417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9"/>
            <p:cNvSpPr/>
            <p:nvPr/>
          </p:nvSpPr>
          <p:spPr>
            <a:xfrm>
              <a:off x="4088025" y="20193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9"/>
            <p:cNvSpPr/>
            <p:nvPr/>
          </p:nvSpPr>
          <p:spPr>
            <a:xfrm>
              <a:off x="4088025" y="19968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9"/>
            <p:cNvSpPr/>
            <p:nvPr/>
          </p:nvSpPr>
          <p:spPr>
            <a:xfrm>
              <a:off x="4088025" y="19745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9"/>
            <p:cNvSpPr/>
            <p:nvPr/>
          </p:nvSpPr>
          <p:spPr>
            <a:xfrm>
              <a:off x="4088025" y="1951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9"/>
            <p:cNvSpPr/>
            <p:nvPr/>
          </p:nvSpPr>
          <p:spPr>
            <a:xfrm>
              <a:off x="4088025" y="19296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9"/>
            <p:cNvSpPr/>
            <p:nvPr/>
          </p:nvSpPr>
          <p:spPr>
            <a:xfrm>
              <a:off x="4088025" y="1907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9"/>
            <p:cNvSpPr/>
            <p:nvPr/>
          </p:nvSpPr>
          <p:spPr>
            <a:xfrm>
              <a:off x="4088025" y="18847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9"/>
            <p:cNvSpPr/>
            <p:nvPr/>
          </p:nvSpPr>
          <p:spPr>
            <a:xfrm>
              <a:off x="4088025" y="18624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9"/>
            <p:cNvSpPr/>
            <p:nvPr/>
          </p:nvSpPr>
          <p:spPr>
            <a:xfrm>
              <a:off x="4088025" y="18398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9"/>
            <p:cNvSpPr/>
            <p:nvPr/>
          </p:nvSpPr>
          <p:spPr>
            <a:xfrm>
              <a:off x="4088025" y="18175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9"/>
            <p:cNvSpPr/>
            <p:nvPr/>
          </p:nvSpPr>
          <p:spPr>
            <a:xfrm>
              <a:off x="4088025" y="1794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9"/>
            <p:cNvSpPr/>
            <p:nvPr/>
          </p:nvSpPr>
          <p:spPr>
            <a:xfrm>
              <a:off x="4088025" y="17726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9"/>
            <p:cNvSpPr/>
            <p:nvPr/>
          </p:nvSpPr>
          <p:spPr>
            <a:xfrm>
              <a:off x="4088025" y="1750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9"/>
            <p:cNvSpPr/>
            <p:nvPr/>
          </p:nvSpPr>
          <p:spPr>
            <a:xfrm>
              <a:off x="4088025" y="17277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9"/>
            <p:cNvSpPr/>
            <p:nvPr/>
          </p:nvSpPr>
          <p:spPr>
            <a:xfrm>
              <a:off x="4088025" y="17054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9"/>
            <p:cNvSpPr/>
            <p:nvPr/>
          </p:nvSpPr>
          <p:spPr>
            <a:xfrm>
              <a:off x="4088025" y="1683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9"/>
            <p:cNvSpPr/>
            <p:nvPr/>
          </p:nvSpPr>
          <p:spPr>
            <a:xfrm>
              <a:off x="4088025" y="16605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9"/>
            <p:cNvSpPr/>
            <p:nvPr/>
          </p:nvSpPr>
          <p:spPr>
            <a:xfrm>
              <a:off x="4088025" y="16381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9"/>
            <p:cNvSpPr/>
            <p:nvPr/>
          </p:nvSpPr>
          <p:spPr>
            <a:xfrm>
              <a:off x="4088025" y="1615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9"/>
            <p:cNvSpPr/>
            <p:nvPr/>
          </p:nvSpPr>
          <p:spPr>
            <a:xfrm>
              <a:off x="4088025" y="1593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9"/>
            <p:cNvSpPr/>
            <p:nvPr/>
          </p:nvSpPr>
          <p:spPr>
            <a:xfrm>
              <a:off x="4088025" y="157095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9"/>
            <p:cNvSpPr/>
            <p:nvPr/>
          </p:nvSpPr>
          <p:spPr>
            <a:xfrm>
              <a:off x="4088025" y="15484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9"/>
            <p:cNvSpPr/>
            <p:nvPr/>
          </p:nvSpPr>
          <p:spPr>
            <a:xfrm>
              <a:off x="4088025" y="1526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9"/>
            <p:cNvSpPr/>
            <p:nvPr/>
          </p:nvSpPr>
          <p:spPr>
            <a:xfrm>
              <a:off x="4088025" y="1503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9"/>
            <p:cNvSpPr/>
            <p:nvPr/>
          </p:nvSpPr>
          <p:spPr>
            <a:xfrm>
              <a:off x="4088025" y="14812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9"/>
            <p:cNvSpPr/>
            <p:nvPr/>
          </p:nvSpPr>
          <p:spPr>
            <a:xfrm>
              <a:off x="4088025" y="1458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9"/>
            <p:cNvSpPr/>
            <p:nvPr/>
          </p:nvSpPr>
          <p:spPr>
            <a:xfrm>
              <a:off x="4088025" y="14363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9"/>
            <p:cNvSpPr/>
            <p:nvPr/>
          </p:nvSpPr>
          <p:spPr>
            <a:xfrm>
              <a:off x="4088025" y="14139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9"/>
            <p:cNvSpPr/>
            <p:nvPr/>
          </p:nvSpPr>
          <p:spPr>
            <a:xfrm>
              <a:off x="4088025" y="13914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9"/>
            <p:cNvSpPr/>
            <p:nvPr/>
          </p:nvSpPr>
          <p:spPr>
            <a:xfrm>
              <a:off x="4088025" y="13691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9"/>
            <p:cNvSpPr/>
            <p:nvPr/>
          </p:nvSpPr>
          <p:spPr>
            <a:xfrm>
              <a:off x="4088025" y="1346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9"/>
            <p:cNvSpPr/>
            <p:nvPr/>
          </p:nvSpPr>
          <p:spPr>
            <a:xfrm>
              <a:off x="4088025" y="13242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9"/>
          <p:cNvGrpSpPr/>
          <p:nvPr/>
        </p:nvGrpSpPr>
        <p:grpSpPr>
          <a:xfrm>
            <a:off x="34718" y="206"/>
            <a:ext cx="9056203" cy="5143474"/>
            <a:chOff x="34718" y="206"/>
            <a:chExt cx="9056203" cy="5143474"/>
          </a:xfrm>
        </p:grpSpPr>
        <p:sp>
          <p:nvSpPr>
            <p:cNvPr id="2490" name="Google Shape;2490;p9"/>
            <p:cNvSpPr/>
            <p:nvPr/>
          </p:nvSpPr>
          <p:spPr>
            <a:xfrm>
              <a:off x="573748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9"/>
            <p:cNvSpPr/>
            <p:nvPr/>
          </p:nvSpPr>
          <p:spPr>
            <a:xfrm>
              <a:off x="573748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9"/>
            <p:cNvSpPr/>
            <p:nvPr/>
          </p:nvSpPr>
          <p:spPr>
            <a:xfrm>
              <a:off x="573748" y="28957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9"/>
            <p:cNvSpPr/>
            <p:nvPr/>
          </p:nvSpPr>
          <p:spPr>
            <a:xfrm>
              <a:off x="565521" y="432883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62"/>
                    <a:pt x="362" y="331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9"/>
            <p:cNvSpPr/>
            <p:nvPr/>
          </p:nvSpPr>
          <p:spPr>
            <a:xfrm>
              <a:off x="565521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3" y="610"/>
                  </a:cubicBezTo>
                  <a:cubicBezTo>
                    <a:pt x="146" y="610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9"/>
            <p:cNvSpPr/>
            <p:nvPr/>
          </p:nvSpPr>
          <p:spPr>
            <a:xfrm>
              <a:off x="573748" y="72308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9"/>
            <p:cNvSpPr/>
            <p:nvPr/>
          </p:nvSpPr>
          <p:spPr>
            <a:xfrm>
              <a:off x="565521" y="86639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3" y="617"/>
                  </a:cubicBezTo>
                  <a:cubicBezTo>
                    <a:pt x="146" y="617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9"/>
            <p:cNvSpPr/>
            <p:nvPr/>
          </p:nvSpPr>
          <p:spPr>
            <a:xfrm>
              <a:off x="573748" y="101244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9"/>
            <p:cNvSpPr/>
            <p:nvPr/>
          </p:nvSpPr>
          <p:spPr>
            <a:xfrm>
              <a:off x="565521" y="115575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3" y="610"/>
                  </a:cubicBezTo>
                  <a:cubicBezTo>
                    <a:pt x="146" y="610"/>
                    <a:pt x="92" y="517"/>
                    <a:pt x="92" y="348"/>
                  </a:cubicBezTo>
                  <a:cubicBezTo>
                    <a:pt x="92" y="163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9"/>
            <p:cNvSpPr/>
            <p:nvPr/>
          </p:nvSpPr>
          <p:spPr>
            <a:xfrm>
              <a:off x="565521" y="130097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9"/>
            <p:cNvSpPr/>
            <p:nvPr/>
          </p:nvSpPr>
          <p:spPr>
            <a:xfrm>
              <a:off x="573748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9"/>
            <p:cNvSpPr/>
            <p:nvPr/>
          </p:nvSpPr>
          <p:spPr>
            <a:xfrm>
              <a:off x="573748" y="159117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9"/>
            <p:cNvSpPr/>
            <p:nvPr/>
          </p:nvSpPr>
          <p:spPr>
            <a:xfrm>
              <a:off x="573748" y="1736397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9"/>
            <p:cNvSpPr/>
            <p:nvPr/>
          </p:nvSpPr>
          <p:spPr>
            <a:xfrm>
              <a:off x="565521" y="187970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62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9"/>
            <p:cNvSpPr/>
            <p:nvPr/>
          </p:nvSpPr>
          <p:spPr>
            <a:xfrm>
              <a:off x="573748" y="202576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9"/>
            <p:cNvSpPr/>
            <p:nvPr/>
          </p:nvSpPr>
          <p:spPr>
            <a:xfrm>
              <a:off x="573748" y="2170028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9"/>
            <p:cNvSpPr/>
            <p:nvPr/>
          </p:nvSpPr>
          <p:spPr>
            <a:xfrm>
              <a:off x="565521" y="231322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3" y="617"/>
                  </a:cubicBezTo>
                  <a:cubicBezTo>
                    <a:pt x="146" y="617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9"/>
            <p:cNvSpPr/>
            <p:nvPr/>
          </p:nvSpPr>
          <p:spPr>
            <a:xfrm>
              <a:off x="573748" y="245939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9"/>
            <p:cNvSpPr/>
            <p:nvPr/>
          </p:nvSpPr>
          <p:spPr>
            <a:xfrm>
              <a:off x="565521" y="260270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3" y="609"/>
                  </a:cubicBezTo>
                  <a:cubicBezTo>
                    <a:pt x="146" y="609"/>
                    <a:pt x="92" y="516"/>
                    <a:pt x="92" y="347"/>
                  </a:cubicBezTo>
                  <a:cubicBezTo>
                    <a:pt x="92" y="170"/>
                    <a:pt x="146" y="69"/>
                    <a:pt x="223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2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9"/>
            <p:cNvSpPr/>
            <p:nvPr/>
          </p:nvSpPr>
          <p:spPr>
            <a:xfrm>
              <a:off x="573748" y="2748758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9"/>
            <p:cNvSpPr/>
            <p:nvPr/>
          </p:nvSpPr>
          <p:spPr>
            <a:xfrm>
              <a:off x="565521" y="289206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16"/>
                    <a:pt x="223" y="616"/>
                  </a:cubicBezTo>
                  <a:cubicBezTo>
                    <a:pt x="146" y="616"/>
                    <a:pt x="92" y="516"/>
                    <a:pt x="92" y="347"/>
                  </a:cubicBezTo>
                  <a:cubicBezTo>
                    <a:pt x="92" y="170"/>
                    <a:pt x="146" y="69"/>
                    <a:pt x="223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2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9"/>
            <p:cNvSpPr/>
            <p:nvPr/>
          </p:nvSpPr>
          <p:spPr>
            <a:xfrm>
              <a:off x="573748" y="303812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9"/>
            <p:cNvSpPr/>
            <p:nvPr/>
          </p:nvSpPr>
          <p:spPr>
            <a:xfrm>
              <a:off x="565521" y="318143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16"/>
                    <a:pt x="223" y="616"/>
                  </a:cubicBezTo>
                  <a:cubicBezTo>
                    <a:pt x="146" y="616"/>
                    <a:pt x="92" y="516"/>
                    <a:pt x="92" y="347"/>
                  </a:cubicBezTo>
                  <a:cubicBezTo>
                    <a:pt x="92" y="170"/>
                    <a:pt x="146" y="69"/>
                    <a:pt x="223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3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9"/>
            <p:cNvSpPr/>
            <p:nvPr/>
          </p:nvSpPr>
          <p:spPr>
            <a:xfrm>
              <a:off x="565521" y="332653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9"/>
            <p:cNvSpPr/>
            <p:nvPr/>
          </p:nvSpPr>
          <p:spPr>
            <a:xfrm>
              <a:off x="573748" y="347258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8"/>
                  </a:lnTo>
                  <a:lnTo>
                    <a:pt x="23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9"/>
            <p:cNvSpPr/>
            <p:nvPr/>
          </p:nvSpPr>
          <p:spPr>
            <a:xfrm>
              <a:off x="565521" y="361590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9"/>
            <p:cNvSpPr/>
            <p:nvPr/>
          </p:nvSpPr>
          <p:spPr>
            <a:xfrm>
              <a:off x="565521" y="376016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3" y="609"/>
                  </a:cubicBezTo>
                  <a:cubicBezTo>
                    <a:pt x="146" y="609"/>
                    <a:pt x="92" y="516"/>
                    <a:pt x="92" y="347"/>
                  </a:cubicBezTo>
                  <a:cubicBezTo>
                    <a:pt x="92" y="170"/>
                    <a:pt x="146" y="69"/>
                    <a:pt x="223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47"/>
                  </a:cubicBezTo>
                  <a:cubicBezTo>
                    <a:pt x="8" y="563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9"/>
            <p:cNvSpPr/>
            <p:nvPr/>
          </p:nvSpPr>
          <p:spPr>
            <a:xfrm>
              <a:off x="565521" y="390526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9"/>
            <p:cNvSpPr/>
            <p:nvPr/>
          </p:nvSpPr>
          <p:spPr>
            <a:xfrm>
              <a:off x="573748" y="40513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9"/>
            <p:cNvSpPr/>
            <p:nvPr/>
          </p:nvSpPr>
          <p:spPr>
            <a:xfrm>
              <a:off x="573748" y="419558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7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9"/>
            <p:cNvSpPr/>
            <p:nvPr/>
          </p:nvSpPr>
          <p:spPr>
            <a:xfrm>
              <a:off x="573748" y="434068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9"/>
            <p:cNvSpPr/>
            <p:nvPr/>
          </p:nvSpPr>
          <p:spPr>
            <a:xfrm>
              <a:off x="565521" y="448399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40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16"/>
                    <a:pt x="0" y="340"/>
                  </a:cubicBezTo>
                  <a:cubicBezTo>
                    <a:pt x="8" y="555"/>
                    <a:pt x="92" y="679"/>
                    <a:pt x="223" y="679"/>
                  </a:cubicBezTo>
                  <a:cubicBezTo>
                    <a:pt x="362" y="679"/>
                    <a:pt x="447" y="555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9"/>
            <p:cNvSpPr/>
            <p:nvPr/>
          </p:nvSpPr>
          <p:spPr>
            <a:xfrm>
              <a:off x="573748" y="463004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9"/>
            <p:cNvSpPr/>
            <p:nvPr/>
          </p:nvSpPr>
          <p:spPr>
            <a:xfrm>
              <a:off x="565521" y="477336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40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16"/>
                    <a:pt x="0" y="340"/>
                  </a:cubicBezTo>
                  <a:cubicBezTo>
                    <a:pt x="8" y="555"/>
                    <a:pt x="92" y="679"/>
                    <a:pt x="223" y="679"/>
                  </a:cubicBezTo>
                  <a:cubicBezTo>
                    <a:pt x="362" y="679"/>
                    <a:pt x="447" y="555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9"/>
            <p:cNvSpPr/>
            <p:nvPr/>
          </p:nvSpPr>
          <p:spPr>
            <a:xfrm>
              <a:off x="573748" y="491941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39"/>
                  </a:lnTo>
                  <a:lnTo>
                    <a:pt x="131" y="78"/>
                  </a:lnTo>
                  <a:lnTo>
                    <a:pt x="139" y="78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9"/>
            <p:cNvSpPr/>
            <p:nvPr/>
          </p:nvSpPr>
          <p:spPr>
            <a:xfrm>
              <a:off x="565521" y="506272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40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16"/>
                    <a:pt x="0" y="340"/>
                  </a:cubicBezTo>
                  <a:cubicBezTo>
                    <a:pt x="8" y="555"/>
                    <a:pt x="92" y="679"/>
                    <a:pt x="223" y="679"/>
                  </a:cubicBezTo>
                  <a:cubicBezTo>
                    <a:pt x="362" y="679"/>
                    <a:pt x="447" y="555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9"/>
            <p:cNvSpPr/>
            <p:nvPr/>
          </p:nvSpPr>
          <p:spPr>
            <a:xfrm>
              <a:off x="1104670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9"/>
            <p:cNvSpPr/>
            <p:nvPr/>
          </p:nvSpPr>
          <p:spPr>
            <a:xfrm>
              <a:off x="1104670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9"/>
            <p:cNvSpPr/>
            <p:nvPr/>
          </p:nvSpPr>
          <p:spPr>
            <a:xfrm>
              <a:off x="1104670" y="28957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9"/>
            <p:cNvSpPr/>
            <p:nvPr/>
          </p:nvSpPr>
          <p:spPr>
            <a:xfrm>
              <a:off x="1096324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62"/>
                    <a:pt x="355" y="331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9"/>
            <p:cNvSpPr/>
            <p:nvPr/>
          </p:nvSpPr>
          <p:spPr>
            <a:xfrm>
              <a:off x="1096324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24" y="610"/>
                  </a:cubicBezTo>
                  <a:cubicBezTo>
                    <a:pt x="140" y="610"/>
                    <a:pt x="86" y="517"/>
                    <a:pt x="86" y="348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9"/>
            <p:cNvSpPr/>
            <p:nvPr/>
          </p:nvSpPr>
          <p:spPr>
            <a:xfrm>
              <a:off x="1104670" y="72308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9"/>
            <p:cNvSpPr/>
            <p:nvPr/>
          </p:nvSpPr>
          <p:spPr>
            <a:xfrm>
              <a:off x="1096324" y="86639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7"/>
                    <a:pt x="224" y="617"/>
                  </a:cubicBezTo>
                  <a:cubicBezTo>
                    <a:pt x="140" y="617"/>
                    <a:pt x="86" y="517"/>
                    <a:pt x="86" y="348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9"/>
            <p:cNvSpPr/>
            <p:nvPr/>
          </p:nvSpPr>
          <p:spPr>
            <a:xfrm>
              <a:off x="1104670" y="101244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9"/>
            <p:cNvSpPr/>
            <p:nvPr/>
          </p:nvSpPr>
          <p:spPr>
            <a:xfrm>
              <a:off x="1096324" y="115575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24" y="610"/>
                  </a:cubicBezTo>
                  <a:cubicBezTo>
                    <a:pt x="140" y="610"/>
                    <a:pt x="86" y="517"/>
                    <a:pt x="86" y="348"/>
                  </a:cubicBezTo>
                  <a:cubicBezTo>
                    <a:pt x="86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9"/>
            <p:cNvSpPr/>
            <p:nvPr/>
          </p:nvSpPr>
          <p:spPr>
            <a:xfrm>
              <a:off x="1096324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2"/>
                  </a:cubicBezTo>
                  <a:cubicBezTo>
                    <a:pt x="448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9"/>
            <p:cNvSpPr/>
            <p:nvPr/>
          </p:nvSpPr>
          <p:spPr>
            <a:xfrm>
              <a:off x="1104670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9"/>
            <p:cNvSpPr/>
            <p:nvPr/>
          </p:nvSpPr>
          <p:spPr>
            <a:xfrm>
              <a:off x="1104670" y="159117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9"/>
            <p:cNvSpPr/>
            <p:nvPr/>
          </p:nvSpPr>
          <p:spPr>
            <a:xfrm>
              <a:off x="1370012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9"/>
            <p:cNvSpPr/>
            <p:nvPr/>
          </p:nvSpPr>
          <p:spPr>
            <a:xfrm>
              <a:off x="1370012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9"/>
            <p:cNvSpPr/>
            <p:nvPr/>
          </p:nvSpPr>
          <p:spPr>
            <a:xfrm>
              <a:off x="1370012" y="28957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9"/>
            <p:cNvSpPr/>
            <p:nvPr/>
          </p:nvSpPr>
          <p:spPr>
            <a:xfrm>
              <a:off x="1361785" y="432883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1"/>
                  </a:cubicBezTo>
                  <a:cubicBezTo>
                    <a:pt x="355" y="501"/>
                    <a:pt x="308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6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9"/>
            <p:cNvSpPr/>
            <p:nvPr/>
          </p:nvSpPr>
          <p:spPr>
            <a:xfrm>
              <a:off x="1361785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8" y="610"/>
                    <a:pt x="216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6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9"/>
            <p:cNvSpPr/>
            <p:nvPr/>
          </p:nvSpPr>
          <p:spPr>
            <a:xfrm>
              <a:off x="1370012" y="72308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9"/>
            <p:cNvSpPr/>
            <p:nvPr/>
          </p:nvSpPr>
          <p:spPr>
            <a:xfrm>
              <a:off x="1361785" y="86639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8" y="617"/>
                    <a:pt x="216" y="617"/>
                  </a:cubicBezTo>
                  <a:cubicBezTo>
                    <a:pt x="139" y="617"/>
                    <a:pt x="85" y="517"/>
                    <a:pt x="85" y="348"/>
                  </a:cubicBezTo>
                  <a:cubicBezTo>
                    <a:pt x="85" y="170"/>
                    <a:pt x="146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9"/>
            <p:cNvSpPr/>
            <p:nvPr/>
          </p:nvSpPr>
          <p:spPr>
            <a:xfrm>
              <a:off x="1370012" y="101244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9"/>
            <p:cNvSpPr/>
            <p:nvPr/>
          </p:nvSpPr>
          <p:spPr>
            <a:xfrm>
              <a:off x="1361785" y="115575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8" y="610"/>
                    <a:pt x="216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63"/>
                    <a:pt x="146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9"/>
            <p:cNvSpPr/>
            <p:nvPr/>
          </p:nvSpPr>
          <p:spPr>
            <a:xfrm>
              <a:off x="1361785" y="130097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8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6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9"/>
            <p:cNvSpPr/>
            <p:nvPr/>
          </p:nvSpPr>
          <p:spPr>
            <a:xfrm>
              <a:off x="1370012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9"/>
            <p:cNvSpPr/>
            <p:nvPr/>
          </p:nvSpPr>
          <p:spPr>
            <a:xfrm>
              <a:off x="1370012" y="159117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9"/>
            <p:cNvSpPr/>
            <p:nvPr/>
          </p:nvSpPr>
          <p:spPr>
            <a:xfrm>
              <a:off x="8534126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9"/>
            <p:cNvSpPr/>
            <p:nvPr/>
          </p:nvSpPr>
          <p:spPr>
            <a:xfrm>
              <a:off x="8534126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9"/>
            <p:cNvSpPr/>
            <p:nvPr/>
          </p:nvSpPr>
          <p:spPr>
            <a:xfrm>
              <a:off x="8534126" y="28957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9"/>
            <p:cNvSpPr/>
            <p:nvPr/>
          </p:nvSpPr>
          <p:spPr>
            <a:xfrm>
              <a:off x="8525900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9"/>
            <p:cNvSpPr/>
            <p:nvPr/>
          </p:nvSpPr>
          <p:spPr>
            <a:xfrm>
              <a:off x="8525900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9"/>
            <p:cNvSpPr/>
            <p:nvPr/>
          </p:nvSpPr>
          <p:spPr>
            <a:xfrm>
              <a:off x="1635354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9"/>
            <p:cNvSpPr/>
            <p:nvPr/>
          </p:nvSpPr>
          <p:spPr>
            <a:xfrm>
              <a:off x="1635354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9"/>
            <p:cNvSpPr/>
            <p:nvPr/>
          </p:nvSpPr>
          <p:spPr>
            <a:xfrm>
              <a:off x="1635354" y="28957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9"/>
            <p:cNvSpPr/>
            <p:nvPr/>
          </p:nvSpPr>
          <p:spPr>
            <a:xfrm>
              <a:off x="1627127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9"/>
            <p:cNvSpPr/>
            <p:nvPr/>
          </p:nvSpPr>
          <p:spPr>
            <a:xfrm>
              <a:off x="1627127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0"/>
                    <a:pt x="224" y="610"/>
                  </a:cubicBezTo>
                  <a:cubicBezTo>
                    <a:pt x="139" y="610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93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9"/>
            <p:cNvSpPr/>
            <p:nvPr/>
          </p:nvSpPr>
          <p:spPr>
            <a:xfrm>
              <a:off x="1635354" y="72308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9"/>
            <p:cNvSpPr/>
            <p:nvPr/>
          </p:nvSpPr>
          <p:spPr>
            <a:xfrm>
              <a:off x="1627127" y="86639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93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9"/>
            <p:cNvSpPr/>
            <p:nvPr/>
          </p:nvSpPr>
          <p:spPr>
            <a:xfrm>
              <a:off x="1635354" y="101244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9"/>
            <p:cNvSpPr/>
            <p:nvPr/>
          </p:nvSpPr>
          <p:spPr>
            <a:xfrm>
              <a:off x="1627127" y="115575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0"/>
                    <a:pt x="224" y="610"/>
                  </a:cubicBezTo>
                  <a:cubicBezTo>
                    <a:pt x="139" y="610"/>
                    <a:pt x="93" y="517"/>
                    <a:pt x="93" y="348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93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9"/>
            <p:cNvSpPr/>
            <p:nvPr/>
          </p:nvSpPr>
          <p:spPr>
            <a:xfrm>
              <a:off x="1627127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93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9"/>
            <p:cNvSpPr/>
            <p:nvPr/>
          </p:nvSpPr>
          <p:spPr>
            <a:xfrm>
              <a:off x="1635354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9"/>
            <p:cNvSpPr/>
            <p:nvPr/>
          </p:nvSpPr>
          <p:spPr>
            <a:xfrm>
              <a:off x="6677090" y="206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9"/>
            <p:cNvSpPr/>
            <p:nvPr/>
          </p:nvSpPr>
          <p:spPr>
            <a:xfrm>
              <a:off x="6677090" y="144353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9"/>
            <p:cNvSpPr/>
            <p:nvPr/>
          </p:nvSpPr>
          <p:spPr>
            <a:xfrm>
              <a:off x="6677090" y="289572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9"/>
            <p:cNvSpPr/>
            <p:nvPr/>
          </p:nvSpPr>
          <p:spPr>
            <a:xfrm>
              <a:off x="6668744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62"/>
                    <a:pt x="355" y="331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6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9"/>
            <p:cNvSpPr/>
            <p:nvPr/>
          </p:nvSpPr>
          <p:spPr>
            <a:xfrm>
              <a:off x="6668744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24" y="610"/>
                  </a:cubicBezTo>
                  <a:cubicBezTo>
                    <a:pt x="140" y="610"/>
                    <a:pt x="86" y="517"/>
                    <a:pt x="86" y="348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86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9"/>
            <p:cNvSpPr/>
            <p:nvPr/>
          </p:nvSpPr>
          <p:spPr>
            <a:xfrm>
              <a:off x="6677090" y="723083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9"/>
            <p:cNvSpPr/>
            <p:nvPr/>
          </p:nvSpPr>
          <p:spPr>
            <a:xfrm>
              <a:off x="6668744" y="86639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7"/>
                    <a:pt x="224" y="617"/>
                  </a:cubicBezTo>
                  <a:cubicBezTo>
                    <a:pt x="140" y="617"/>
                    <a:pt x="86" y="517"/>
                    <a:pt x="86" y="348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86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9"/>
            <p:cNvSpPr/>
            <p:nvPr/>
          </p:nvSpPr>
          <p:spPr>
            <a:xfrm>
              <a:off x="6677090" y="1012448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9"/>
            <p:cNvSpPr/>
            <p:nvPr/>
          </p:nvSpPr>
          <p:spPr>
            <a:xfrm>
              <a:off x="6668744" y="115575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24" y="610"/>
                  </a:cubicBezTo>
                  <a:cubicBezTo>
                    <a:pt x="140" y="610"/>
                    <a:pt x="86" y="517"/>
                    <a:pt x="86" y="348"/>
                  </a:cubicBezTo>
                  <a:cubicBezTo>
                    <a:pt x="86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86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9"/>
            <p:cNvSpPr/>
            <p:nvPr/>
          </p:nvSpPr>
          <p:spPr>
            <a:xfrm>
              <a:off x="6668744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6" y="678"/>
                    <a:pt x="217" y="678"/>
                  </a:cubicBezTo>
                  <a:cubicBezTo>
                    <a:pt x="363" y="678"/>
                    <a:pt x="448" y="555"/>
                    <a:pt x="448" y="332"/>
                  </a:cubicBezTo>
                  <a:cubicBezTo>
                    <a:pt x="448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9"/>
            <p:cNvSpPr/>
            <p:nvPr/>
          </p:nvSpPr>
          <p:spPr>
            <a:xfrm>
              <a:off x="6677090" y="1447032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9"/>
            <p:cNvSpPr/>
            <p:nvPr/>
          </p:nvSpPr>
          <p:spPr>
            <a:xfrm>
              <a:off x="6677090" y="1591178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9"/>
            <p:cNvSpPr/>
            <p:nvPr/>
          </p:nvSpPr>
          <p:spPr>
            <a:xfrm>
              <a:off x="6677090" y="1736397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9"/>
            <p:cNvSpPr/>
            <p:nvPr/>
          </p:nvSpPr>
          <p:spPr>
            <a:xfrm>
              <a:off x="6668744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62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6" y="678"/>
                    <a:pt x="217" y="678"/>
                  </a:cubicBezTo>
                  <a:cubicBezTo>
                    <a:pt x="363" y="678"/>
                    <a:pt x="448" y="555"/>
                    <a:pt x="448" y="332"/>
                  </a:cubicBezTo>
                  <a:cubicBezTo>
                    <a:pt x="448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9"/>
            <p:cNvSpPr/>
            <p:nvPr/>
          </p:nvSpPr>
          <p:spPr>
            <a:xfrm>
              <a:off x="6677090" y="2025762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9"/>
            <p:cNvSpPr/>
            <p:nvPr/>
          </p:nvSpPr>
          <p:spPr>
            <a:xfrm>
              <a:off x="6677090" y="2170028"/>
              <a:ext cx="25753" cy="78094"/>
            </a:xfrm>
            <a:custGeom>
              <a:avLst/>
              <a:gdLst/>
              <a:ahLst/>
              <a:cxnLst/>
              <a:rect l="l" t="t" r="r" b="b"/>
              <a:pathLst>
                <a:path w="216" h="655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9"/>
            <p:cNvSpPr/>
            <p:nvPr/>
          </p:nvSpPr>
          <p:spPr>
            <a:xfrm>
              <a:off x="6668744" y="231322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7"/>
                    <a:pt x="224" y="617"/>
                  </a:cubicBezTo>
                  <a:cubicBezTo>
                    <a:pt x="140" y="617"/>
                    <a:pt x="86" y="517"/>
                    <a:pt x="86" y="348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86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9"/>
            <p:cNvSpPr/>
            <p:nvPr/>
          </p:nvSpPr>
          <p:spPr>
            <a:xfrm>
              <a:off x="6677090" y="2459393"/>
              <a:ext cx="25753" cy="78094"/>
            </a:xfrm>
            <a:custGeom>
              <a:avLst/>
              <a:gdLst/>
              <a:ahLst/>
              <a:cxnLst/>
              <a:rect l="l" t="t" r="r" b="b"/>
              <a:pathLst>
                <a:path w="216" h="655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9"/>
            <p:cNvSpPr/>
            <p:nvPr/>
          </p:nvSpPr>
          <p:spPr>
            <a:xfrm>
              <a:off x="7738816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9"/>
            <p:cNvSpPr/>
            <p:nvPr/>
          </p:nvSpPr>
          <p:spPr>
            <a:xfrm>
              <a:off x="7738816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9"/>
            <p:cNvSpPr/>
            <p:nvPr/>
          </p:nvSpPr>
          <p:spPr>
            <a:xfrm>
              <a:off x="7738816" y="28957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9"/>
            <p:cNvSpPr/>
            <p:nvPr/>
          </p:nvSpPr>
          <p:spPr>
            <a:xfrm>
              <a:off x="7730589" y="432883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9"/>
            <p:cNvSpPr/>
            <p:nvPr/>
          </p:nvSpPr>
          <p:spPr>
            <a:xfrm>
              <a:off x="7730589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9"/>
            <p:cNvSpPr/>
            <p:nvPr/>
          </p:nvSpPr>
          <p:spPr>
            <a:xfrm>
              <a:off x="7738816" y="72308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9"/>
            <p:cNvSpPr/>
            <p:nvPr/>
          </p:nvSpPr>
          <p:spPr>
            <a:xfrm>
              <a:off x="7730589" y="86639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9"/>
            <p:cNvSpPr/>
            <p:nvPr/>
          </p:nvSpPr>
          <p:spPr>
            <a:xfrm>
              <a:off x="7738816" y="101244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9"/>
            <p:cNvSpPr/>
            <p:nvPr/>
          </p:nvSpPr>
          <p:spPr>
            <a:xfrm>
              <a:off x="7730589" y="115575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9"/>
            <p:cNvSpPr/>
            <p:nvPr/>
          </p:nvSpPr>
          <p:spPr>
            <a:xfrm>
              <a:off x="7730589" y="130097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9"/>
            <p:cNvSpPr/>
            <p:nvPr/>
          </p:nvSpPr>
          <p:spPr>
            <a:xfrm>
              <a:off x="7738816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9"/>
            <p:cNvSpPr/>
            <p:nvPr/>
          </p:nvSpPr>
          <p:spPr>
            <a:xfrm>
              <a:off x="8799588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9"/>
            <p:cNvSpPr/>
            <p:nvPr/>
          </p:nvSpPr>
          <p:spPr>
            <a:xfrm>
              <a:off x="8799588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9"/>
            <p:cNvSpPr/>
            <p:nvPr/>
          </p:nvSpPr>
          <p:spPr>
            <a:xfrm>
              <a:off x="8799588" y="28957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9"/>
            <p:cNvSpPr/>
            <p:nvPr/>
          </p:nvSpPr>
          <p:spPr>
            <a:xfrm>
              <a:off x="8791361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62"/>
                    <a:pt x="363" y="331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9"/>
            <p:cNvSpPr/>
            <p:nvPr/>
          </p:nvSpPr>
          <p:spPr>
            <a:xfrm>
              <a:off x="42945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9"/>
            <p:cNvSpPr/>
            <p:nvPr/>
          </p:nvSpPr>
          <p:spPr>
            <a:xfrm>
              <a:off x="42945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9"/>
            <p:cNvSpPr/>
            <p:nvPr/>
          </p:nvSpPr>
          <p:spPr>
            <a:xfrm>
              <a:off x="42945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9"/>
            <p:cNvSpPr/>
            <p:nvPr/>
          </p:nvSpPr>
          <p:spPr>
            <a:xfrm>
              <a:off x="42945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9"/>
            <p:cNvSpPr/>
            <p:nvPr/>
          </p:nvSpPr>
          <p:spPr>
            <a:xfrm>
              <a:off x="34718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6" y="609"/>
                    <a:pt x="93" y="517"/>
                    <a:pt x="93" y="347"/>
                  </a:cubicBezTo>
                  <a:cubicBezTo>
                    <a:pt x="93" y="163"/>
                    <a:pt x="146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9"/>
            <p:cNvSpPr/>
            <p:nvPr/>
          </p:nvSpPr>
          <p:spPr>
            <a:xfrm>
              <a:off x="34718" y="722248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6" y="609"/>
                    <a:pt x="93" y="509"/>
                    <a:pt x="93" y="339"/>
                  </a:cubicBezTo>
                  <a:cubicBezTo>
                    <a:pt x="93" y="162"/>
                    <a:pt x="146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9"/>
            <p:cNvSpPr/>
            <p:nvPr/>
          </p:nvSpPr>
          <p:spPr>
            <a:xfrm>
              <a:off x="42945" y="86830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9"/>
            <p:cNvSpPr/>
            <p:nvPr/>
          </p:nvSpPr>
          <p:spPr>
            <a:xfrm>
              <a:off x="34718" y="1010660"/>
              <a:ext cx="53295" cy="81909"/>
            </a:xfrm>
            <a:custGeom>
              <a:avLst/>
              <a:gdLst/>
              <a:ahLst/>
              <a:cxnLst/>
              <a:rect l="l" t="t" r="r" b="b"/>
              <a:pathLst>
                <a:path w="447" h="687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9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6" y="617"/>
                    <a:pt x="93" y="517"/>
                    <a:pt x="93" y="347"/>
                  </a:cubicBezTo>
                  <a:cubicBezTo>
                    <a:pt x="93" y="170"/>
                    <a:pt x="146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4"/>
                    <a:pt x="0" y="347"/>
                  </a:cubicBezTo>
                  <a:cubicBezTo>
                    <a:pt x="8" y="563"/>
                    <a:pt x="93" y="686"/>
                    <a:pt x="224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9"/>
            <p:cNvSpPr/>
            <p:nvPr/>
          </p:nvSpPr>
          <p:spPr>
            <a:xfrm>
              <a:off x="42945" y="1156713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1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9"/>
            <p:cNvSpPr/>
            <p:nvPr/>
          </p:nvSpPr>
          <p:spPr>
            <a:xfrm>
              <a:off x="34718" y="130097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6" y="609"/>
                    <a:pt x="93" y="509"/>
                    <a:pt x="93" y="339"/>
                  </a:cubicBezTo>
                  <a:cubicBezTo>
                    <a:pt x="93" y="162"/>
                    <a:pt x="146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9"/>
            <p:cNvSpPr/>
            <p:nvPr/>
          </p:nvSpPr>
          <p:spPr>
            <a:xfrm>
              <a:off x="42945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9"/>
            <p:cNvSpPr/>
            <p:nvPr/>
          </p:nvSpPr>
          <p:spPr>
            <a:xfrm>
              <a:off x="34718" y="159034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6" y="609"/>
                    <a:pt x="93" y="509"/>
                    <a:pt x="93" y="339"/>
                  </a:cubicBezTo>
                  <a:cubicBezTo>
                    <a:pt x="93" y="162"/>
                    <a:pt x="146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9"/>
            <p:cNvSpPr/>
            <p:nvPr/>
          </p:nvSpPr>
          <p:spPr>
            <a:xfrm>
              <a:off x="42945" y="1736397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9"/>
            <p:cNvSpPr/>
            <p:nvPr/>
          </p:nvSpPr>
          <p:spPr>
            <a:xfrm>
              <a:off x="34718" y="187970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6" y="609"/>
                    <a:pt x="93" y="509"/>
                    <a:pt x="93" y="339"/>
                  </a:cubicBezTo>
                  <a:cubicBezTo>
                    <a:pt x="93" y="162"/>
                    <a:pt x="146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9"/>
            <p:cNvSpPr/>
            <p:nvPr/>
          </p:nvSpPr>
          <p:spPr>
            <a:xfrm>
              <a:off x="42945" y="202576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9"/>
            <p:cNvSpPr/>
            <p:nvPr/>
          </p:nvSpPr>
          <p:spPr>
            <a:xfrm>
              <a:off x="42945" y="216990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9"/>
            <p:cNvSpPr/>
            <p:nvPr/>
          </p:nvSpPr>
          <p:spPr>
            <a:xfrm>
              <a:off x="34718" y="231322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4" y="610"/>
                  </a:cubicBezTo>
                  <a:cubicBezTo>
                    <a:pt x="146" y="610"/>
                    <a:pt x="93" y="517"/>
                    <a:pt x="93" y="348"/>
                  </a:cubicBezTo>
                  <a:cubicBezTo>
                    <a:pt x="93" y="170"/>
                    <a:pt x="146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9"/>
            <p:cNvSpPr/>
            <p:nvPr/>
          </p:nvSpPr>
          <p:spPr>
            <a:xfrm>
              <a:off x="34718" y="245843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6" y="609"/>
                    <a:pt x="93" y="509"/>
                    <a:pt x="93" y="339"/>
                  </a:cubicBezTo>
                  <a:cubicBezTo>
                    <a:pt x="93" y="162"/>
                    <a:pt x="146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9"/>
            <p:cNvSpPr/>
            <p:nvPr/>
          </p:nvSpPr>
          <p:spPr>
            <a:xfrm>
              <a:off x="42945" y="260449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9"/>
            <p:cNvSpPr/>
            <p:nvPr/>
          </p:nvSpPr>
          <p:spPr>
            <a:xfrm>
              <a:off x="34718" y="274780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6" y="609"/>
                    <a:pt x="93" y="509"/>
                    <a:pt x="93" y="339"/>
                  </a:cubicBezTo>
                  <a:cubicBezTo>
                    <a:pt x="93" y="162"/>
                    <a:pt x="146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9"/>
            <p:cNvSpPr/>
            <p:nvPr/>
          </p:nvSpPr>
          <p:spPr>
            <a:xfrm>
              <a:off x="42945" y="289385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9"/>
            <p:cNvSpPr/>
            <p:nvPr/>
          </p:nvSpPr>
          <p:spPr>
            <a:xfrm>
              <a:off x="42945" y="303812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9"/>
            <p:cNvSpPr/>
            <p:nvPr/>
          </p:nvSpPr>
          <p:spPr>
            <a:xfrm>
              <a:off x="34718" y="3181315"/>
              <a:ext cx="53295" cy="81075"/>
            </a:xfrm>
            <a:custGeom>
              <a:avLst/>
              <a:gdLst/>
              <a:ahLst/>
              <a:cxnLst/>
              <a:rect l="l" t="t" r="r" b="b"/>
              <a:pathLst>
                <a:path w="447" h="680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10"/>
                    <a:pt x="316" y="610"/>
                    <a:pt x="224" y="610"/>
                  </a:cubicBezTo>
                  <a:cubicBezTo>
                    <a:pt x="146" y="610"/>
                    <a:pt x="93" y="517"/>
                    <a:pt x="93" y="348"/>
                  </a:cubicBezTo>
                  <a:cubicBezTo>
                    <a:pt x="93" y="170"/>
                    <a:pt x="146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9"/>
            <p:cNvSpPr/>
            <p:nvPr/>
          </p:nvSpPr>
          <p:spPr>
            <a:xfrm>
              <a:off x="34718" y="332653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6" y="609"/>
                    <a:pt x="93" y="509"/>
                    <a:pt x="93" y="339"/>
                  </a:cubicBezTo>
                  <a:cubicBezTo>
                    <a:pt x="93" y="162"/>
                    <a:pt x="146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9"/>
            <p:cNvSpPr/>
            <p:nvPr/>
          </p:nvSpPr>
          <p:spPr>
            <a:xfrm>
              <a:off x="34718" y="347080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6" y="609"/>
                    <a:pt x="93" y="516"/>
                    <a:pt x="93" y="347"/>
                  </a:cubicBezTo>
                  <a:cubicBezTo>
                    <a:pt x="93" y="162"/>
                    <a:pt x="146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39"/>
                  </a:cubicBezTo>
                  <a:cubicBezTo>
                    <a:pt x="8" y="562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9"/>
            <p:cNvSpPr/>
            <p:nvPr/>
          </p:nvSpPr>
          <p:spPr>
            <a:xfrm>
              <a:off x="42945" y="361685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9"/>
            <p:cNvSpPr/>
            <p:nvPr/>
          </p:nvSpPr>
          <p:spPr>
            <a:xfrm>
              <a:off x="42945" y="37619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9"/>
            <p:cNvSpPr/>
            <p:nvPr/>
          </p:nvSpPr>
          <p:spPr>
            <a:xfrm>
              <a:off x="42945" y="390621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9"/>
            <p:cNvSpPr/>
            <p:nvPr/>
          </p:nvSpPr>
          <p:spPr>
            <a:xfrm>
              <a:off x="34718" y="404953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6" y="609"/>
                    <a:pt x="93" y="516"/>
                    <a:pt x="93" y="347"/>
                  </a:cubicBezTo>
                  <a:cubicBezTo>
                    <a:pt x="93" y="162"/>
                    <a:pt x="146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39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9"/>
            <p:cNvSpPr/>
            <p:nvPr/>
          </p:nvSpPr>
          <p:spPr>
            <a:xfrm>
              <a:off x="42945" y="419558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9"/>
            <p:cNvSpPr/>
            <p:nvPr/>
          </p:nvSpPr>
          <p:spPr>
            <a:xfrm>
              <a:off x="34718" y="4338895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6" y="609"/>
                    <a:pt x="93" y="516"/>
                    <a:pt x="93" y="347"/>
                  </a:cubicBezTo>
                  <a:cubicBezTo>
                    <a:pt x="93" y="170"/>
                    <a:pt x="146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39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9"/>
            <p:cNvSpPr/>
            <p:nvPr/>
          </p:nvSpPr>
          <p:spPr>
            <a:xfrm>
              <a:off x="42945" y="448494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9"/>
            <p:cNvSpPr/>
            <p:nvPr/>
          </p:nvSpPr>
          <p:spPr>
            <a:xfrm>
              <a:off x="34718" y="462826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9"/>
                  </a:moveTo>
                  <a:cubicBezTo>
                    <a:pt x="316" y="69"/>
                    <a:pt x="362" y="170"/>
                    <a:pt x="362" y="339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6" y="609"/>
                    <a:pt x="93" y="516"/>
                    <a:pt x="93" y="347"/>
                  </a:cubicBezTo>
                  <a:cubicBezTo>
                    <a:pt x="93" y="170"/>
                    <a:pt x="146" y="69"/>
                    <a:pt x="224" y="69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3"/>
                    <a:pt x="0" y="339"/>
                  </a:cubicBezTo>
                  <a:cubicBezTo>
                    <a:pt x="8" y="563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9"/>
            <p:cNvSpPr/>
            <p:nvPr/>
          </p:nvSpPr>
          <p:spPr>
            <a:xfrm>
              <a:off x="42945" y="4774314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9"/>
            <p:cNvSpPr/>
            <p:nvPr/>
          </p:nvSpPr>
          <p:spPr>
            <a:xfrm>
              <a:off x="308286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9"/>
            <p:cNvSpPr/>
            <p:nvPr/>
          </p:nvSpPr>
          <p:spPr>
            <a:xfrm>
              <a:off x="308286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9"/>
            <p:cNvSpPr/>
            <p:nvPr/>
          </p:nvSpPr>
          <p:spPr>
            <a:xfrm>
              <a:off x="308286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9"/>
            <p:cNvSpPr/>
            <p:nvPr/>
          </p:nvSpPr>
          <p:spPr>
            <a:xfrm>
              <a:off x="308286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9"/>
            <p:cNvSpPr/>
            <p:nvPr/>
          </p:nvSpPr>
          <p:spPr>
            <a:xfrm>
              <a:off x="300060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85" y="679"/>
                    <a:pt x="216" y="679"/>
                  </a:cubicBezTo>
                  <a:cubicBezTo>
                    <a:pt x="363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9"/>
            <p:cNvSpPr/>
            <p:nvPr/>
          </p:nvSpPr>
          <p:spPr>
            <a:xfrm>
              <a:off x="300060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9"/>
            <p:cNvSpPr/>
            <p:nvPr/>
          </p:nvSpPr>
          <p:spPr>
            <a:xfrm>
              <a:off x="308286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9"/>
            <p:cNvSpPr/>
            <p:nvPr/>
          </p:nvSpPr>
          <p:spPr>
            <a:xfrm>
              <a:off x="300060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09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24"/>
                    <a:pt x="1" y="347"/>
                  </a:cubicBezTo>
                  <a:cubicBezTo>
                    <a:pt x="1" y="563"/>
                    <a:pt x="85" y="686"/>
                    <a:pt x="216" y="686"/>
                  </a:cubicBezTo>
                  <a:cubicBezTo>
                    <a:pt x="363" y="686"/>
                    <a:pt x="447" y="563"/>
                    <a:pt x="447" y="339"/>
                  </a:cubicBezTo>
                  <a:cubicBezTo>
                    <a:pt x="447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9"/>
            <p:cNvSpPr/>
            <p:nvPr/>
          </p:nvSpPr>
          <p:spPr>
            <a:xfrm>
              <a:off x="308286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9"/>
            <p:cNvSpPr/>
            <p:nvPr/>
          </p:nvSpPr>
          <p:spPr>
            <a:xfrm>
              <a:off x="300060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9"/>
            <p:cNvSpPr/>
            <p:nvPr/>
          </p:nvSpPr>
          <p:spPr>
            <a:xfrm>
              <a:off x="308286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9"/>
            <p:cNvSpPr/>
            <p:nvPr/>
          </p:nvSpPr>
          <p:spPr>
            <a:xfrm>
              <a:off x="300060" y="159034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2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9"/>
            <p:cNvSpPr/>
            <p:nvPr/>
          </p:nvSpPr>
          <p:spPr>
            <a:xfrm>
              <a:off x="308286" y="1736397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9"/>
            <p:cNvSpPr/>
            <p:nvPr/>
          </p:nvSpPr>
          <p:spPr>
            <a:xfrm>
              <a:off x="300060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9"/>
            <p:cNvSpPr/>
            <p:nvPr/>
          </p:nvSpPr>
          <p:spPr>
            <a:xfrm>
              <a:off x="308286" y="202576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9"/>
            <p:cNvSpPr/>
            <p:nvPr/>
          </p:nvSpPr>
          <p:spPr>
            <a:xfrm>
              <a:off x="308286" y="2169909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9"/>
            <p:cNvSpPr/>
            <p:nvPr/>
          </p:nvSpPr>
          <p:spPr>
            <a:xfrm>
              <a:off x="300060" y="231322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85" y="679"/>
                    <a:pt x="216" y="679"/>
                  </a:cubicBezTo>
                  <a:cubicBezTo>
                    <a:pt x="363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9"/>
            <p:cNvSpPr/>
            <p:nvPr/>
          </p:nvSpPr>
          <p:spPr>
            <a:xfrm>
              <a:off x="300060" y="245843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9"/>
            <p:cNvSpPr/>
            <p:nvPr/>
          </p:nvSpPr>
          <p:spPr>
            <a:xfrm>
              <a:off x="308286" y="260449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9"/>
            <p:cNvSpPr/>
            <p:nvPr/>
          </p:nvSpPr>
          <p:spPr>
            <a:xfrm>
              <a:off x="300060" y="274780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9"/>
            <p:cNvSpPr/>
            <p:nvPr/>
          </p:nvSpPr>
          <p:spPr>
            <a:xfrm>
              <a:off x="308286" y="289385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9"/>
            <p:cNvSpPr/>
            <p:nvPr/>
          </p:nvSpPr>
          <p:spPr>
            <a:xfrm>
              <a:off x="308286" y="303812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9"/>
            <p:cNvSpPr/>
            <p:nvPr/>
          </p:nvSpPr>
          <p:spPr>
            <a:xfrm>
              <a:off x="300060" y="3181315"/>
              <a:ext cx="53414" cy="81075"/>
            </a:xfrm>
            <a:custGeom>
              <a:avLst/>
              <a:gdLst/>
              <a:ahLst/>
              <a:cxnLst/>
              <a:rect l="l" t="t" r="r" b="b"/>
              <a:pathLst>
                <a:path w="448" h="680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10"/>
                    <a:pt x="309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85" y="679"/>
                    <a:pt x="216" y="679"/>
                  </a:cubicBezTo>
                  <a:cubicBezTo>
                    <a:pt x="363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9"/>
            <p:cNvSpPr/>
            <p:nvPr/>
          </p:nvSpPr>
          <p:spPr>
            <a:xfrm>
              <a:off x="300060" y="332653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9"/>
            <p:cNvSpPr/>
            <p:nvPr/>
          </p:nvSpPr>
          <p:spPr>
            <a:xfrm>
              <a:off x="300060" y="347080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62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39"/>
                  </a:cubicBezTo>
                  <a:cubicBezTo>
                    <a:pt x="1" y="562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9"/>
            <p:cNvSpPr/>
            <p:nvPr/>
          </p:nvSpPr>
          <p:spPr>
            <a:xfrm>
              <a:off x="308286" y="3616853"/>
              <a:ext cx="25872" cy="78094"/>
            </a:xfrm>
            <a:custGeom>
              <a:avLst/>
              <a:gdLst/>
              <a:ahLst/>
              <a:cxnLst/>
              <a:rect l="l" t="t" r="r" b="b"/>
              <a:pathLst>
                <a:path w="217" h="655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9"/>
            <p:cNvSpPr/>
            <p:nvPr/>
          </p:nvSpPr>
          <p:spPr>
            <a:xfrm>
              <a:off x="308286" y="37619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9"/>
            <p:cNvSpPr/>
            <p:nvPr/>
          </p:nvSpPr>
          <p:spPr>
            <a:xfrm>
              <a:off x="308286" y="3906219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6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9"/>
            <p:cNvSpPr/>
            <p:nvPr/>
          </p:nvSpPr>
          <p:spPr>
            <a:xfrm>
              <a:off x="300060" y="404953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62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39"/>
                  </a:cubicBezTo>
                  <a:cubicBezTo>
                    <a:pt x="1" y="563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9"/>
            <p:cNvSpPr/>
            <p:nvPr/>
          </p:nvSpPr>
          <p:spPr>
            <a:xfrm>
              <a:off x="308286" y="419558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9"/>
            <p:cNvSpPr/>
            <p:nvPr/>
          </p:nvSpPr>
          <p:spPr>
            <a:xfrm>
              <a:off x="300060" y="4338895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39"/>
                  </a:cubicBezTo>
                  <a:cubicBezTo>
                    <a:pt x="1" y="563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9"/>
            <p:cNvSpPr/>
            <p:nvPr/>
          </p:nvSpPr>
          <p:spPr>
            <a:xfrm>
              <a:off x="308286" y="4484949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9"/>
            <p:cNvSpPr/>
            <p:nvPr/>
          </p:nvSpPr>
          <p:spPr>
            <a:xfrm>
              <a:off x="300060" y="4628260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9"/>
                  </a:moveTo>
                  <a:cubicBezTo>
                    <a:pt x="316" y="69"/>
                    <a:pt x="355" y="170"/>
                    <a:pt x="355" y="339"/>
                  </a:cubicBezTo>
                  <a:cubicBezTo>
                    <a:pt x="355" y="509"/>
                    <a:pt x="309" y="609"/>
                    <a:pt x="224" y="609"/>
                  </a:cubicBezTo>
                  <a:cubicBezTo>
                    <a:pt x="139" y="609"/>
                    <a:pt x="85" y="516"/>
                    <a:pt x="85" y="347"/>
                  </a:cubicBezTo>
                  <a:cubicBezTo>
                    <a:pt x="85" y="170"/>
                    <a:pt x="147" y="69"/>
                    <a:pt x="224" y="69"/>
                  </a:cubicBezTo>
                  <a:close/>
                  <a:moveTo>
                    <a:pt x="224" y="0"/>
                  </a:moveTo>
                  <a:cubicBezTo>
                    <a:pt x="93" y="0"/>
                    <a:pt x="1" y="123"/>
                    <a:pt x="1" y="339"/>
                  </a:cubicBezTo>
                  <a:cubicBezTo>
                    <a:pt x="1" y="563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9"/>
            <p:cNvSpPr/>
            <p:nvPr/>
          </p:nvSpPr>
          <p:spPr>
            <a:xfrm>
              <a:off x="308286" y="4774314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9"/>
            <p:cNvSpPr/>
            <p:nvPr/>
          </p:nvSpPr>
          <p:spPr>
            <a:xfrm>
              <a:off x="1900815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9"/>
            <p:cNvSpPr/>
            <p:nvPr/>
          </p:nvSpPr>
          <p:spPr>
            <a:xfrm>
              <a:off x="1900815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9"/>
            <p:cNvSpPr/>
            <p:nvPr/>
          </p:nvSpPr>
          <p:spPr>
            <a:xfrm>
              <a:off x="1900815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9"/>
            <p:cNvSpPr/>
            <p:nvPr/>
          </p:nvSpPr>
          <p:spPr>
            <a:xfrm>
              <a:off x="1900815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9"/>
            <p:cNvSpPr/>
            <p:nvPr/>
          </p:nvSpPr>
          <p:spPr>
            <a:xfrm>
              <a:off x="1892589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9"/>
            <p:cNvSpPr/>
            <p:nvPr/>
          </p:nvSpPr>
          <p:spPr>
            <a:xfrm>
              <a:off x="1892589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9"/>
            <p:cNvSpPr/>
            <p:nvPr/>
          </p:nvSpPr>
          <p:spPr>
            <a:xfrm>
              <a:off x="1900815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9"/>
            <p:cNvSpPr/>
            <p:nvPr/>
          </p:nvSpPr>
          <p:spPr>
            <a:xfrm>
              <a:off x="1892589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9"/>
            <p:cNvSpPr/>
            <p:nvPr/>
          </p:nvSpPr>
          <p:spPr>
            <a:xfrm>
              <a:off x="1900815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9"/>
            <p:cNvSpPr/>
            <p:nvPr/>
          </p:nvSpPr>
          <p:spPr>
            <a:xfrm>
              <a:off x="1892589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9"/>
            <p:cNvSpPr/>
            <p:nvPr/>
          </p:nvSpPr>
          <p:spPr>
            <a:xfrm>
              <a:off x="1900815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9"/>
            <p:cNvSpPr/>
            <p:nvPr/>
          </p:nvSpPr>
          <p:spPr>
            <a:xfrm>
              <a:off x="2166277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9"/>
            <p:cNvSpPr/>
            <p:nvPr/>
          </p:nvSpPr>
          <p:spPr>
            <a:xfrm>
              <a:off x="2166277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9"/>
            <p:cNvSpPr/>
            <p:nvPr/>
          </p:nvSpPr>
          <p:spPr>
            <a:xfrm>
              <a:off x="2166277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9"/>
            <p:cNvSpPr/>
            <p:nvPr/>
          </p:nvSpPr>
          <p:spPr>
            <a:xfrm>
              <a:off x="2166277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9"/>
            <p:cNvSpPr/>
            <p:nvPr/>
          </p:nvSpPr>
          <p:spPr>
            <a:xfrm>
              <a:off x="2158050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85" y="679"/>
                    <a:pt x="216" y="679"/>
                  </a:cubicBezTo>
                  <a:cubicBezTo>
                    <a:pt x="363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9"/>
            <p:cNvSpPr/>
            <p:nvPr/>
          </p:nvSpPr>
          <p:spPr>
            <a:xfrm>
              <a:off x="2158050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9"/>
            <p:cNvSpPr/>
            <p:nvPr/>
          </p:nvSpPr>
          <p:spPr>
            <a:xfrm>
              <a:off x="2166277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9"/>
            <p:cNvSpPr/>
            <p:nvPr/>
          </p:nvSpPr>
          <p:spPr>
            <a:xfrm>
              <a:off x="2158050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24"/>
                    <a:pt x="1" y="347"/>
                  </a:cubicBezTo>
                  <a:cubicBezTo>
                    <a:pt x="1" y="563"/>
                    <a:pt x="85" y="686"/>
                    <a:pt x="216" y="686"/>
                  </a:cubicBezTo>
                  <a:cubicBezTo>
                    <a:pt x="363" y="686"/>
                    <a:pt x="447" y="563"/>
                    <a:pt x="447" y="339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9"/>
            <p:cNvSpPr/>
            <p:nvPr/>
          </p:nvSpPr>
          <p:spPr>
            <a:xfrm>
              <a:off x="2166277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9"/>
            <p:cNvSpPr/>
            <p:nvPr/>
          </p:nvSpPr>
          <p:spPr>
            <a:xfrm>
              <a:off x="2158050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9"/>
            <p:cNvSpPr/>
            <p:nvPr/>
          </p:nvSpPr>
          <p:spPr>
            <a:xfrm>
              <a:off x="2431857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9"/>
            <p:cNvSpPr/>
            <p:nvPr/>
          </p:nvSpPr>
          <p:spPr>
            <a:xfrm>
              <a:off x="2431857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9"/>
            <p:cNvSpPr/>
            <p:nvPr/>
          </p:nvSpPr>
          <p:spPr>
            <a:xfrm>
              <a:off x="2431857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1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9"/>
            <p:cNvSpPr/>
            <p:nvPr/>
          </p:nvSpPr>
          <p:spPr>
            <a:xfrm>
              <a:off x="2431857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9"/>
            <p:cNvSpPr/>
            <p:nvPr/>
          </p:nvSpPr>
          <p:spPr>
            <a:xfrm>
              <a:off x="2423511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17" y="609"/>
                    <a:pt x="224" y="609"/>
                  </a:cubicBezTo>
                  <a:cubicBezTo>
                    <a:pt x="140" y="609"/>
                    <a:pt x="86" y="517"/>
                    <a:pt x="86" y="347"/>
                  </a:cubicBezTo>
                  <a:cubicBezTo>
                    <a:pt x="86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9"/>
            <p:cNvSpPr/>
            <p:nvPr/>
          </p:nvSpPr>
          <p:spPr>
            <a:xfrm>
              <a:off x="2423511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7" y="62"/>
                    <a:pt x="355" y="162"/>
                    <a:pt x="355" y="331"/>
                  </a:cubicBezTo>
                  <a:cubicBezTo>
                    <a:pt x="355" y="501"/>
                    <a:pt x="317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62"/>
                    <a:pt x="224" y="62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9"/>
            <p:cNvSpPr/>
            <p:nvPr/>
          </p:nvSpPr>
          <p:spPr>
            <a:xfrm>
              <a:off x="2431857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9"/>
            <p:cNvSpPr/>
            <p:nvPr/>
          </p:nvSpPr>
          <p:spPr>
            <a:xfrm>
              <a:off x="2423511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9"/>
                  </a:cubicBezTo>
                  <a:cubicBezTo>
                    <a:pt x="355" y="509"/>
                    <a:pt x="317" y="617"/>
                    <a:pt x="224" y="617"/>
                  </a:cubicBezTo>
                  <a:cubicBezTo>
                    <a:pt x="140" y="617"/>
                    <a:pt x="86" y="517"/>
                    <a:pt x="86" y="347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24"/>
                    <a:pt x="1" y="347"/>
                  </a:cubicBezTo>
                  <a:cubicBezTo>
                    <a:pt x="1" y="563"/>
                    <a:pt x="93" y="686"/>
                    <a:pt x="217" y="686"/>
                  </a:cubicBezTo>
                  <a:cubicBezTo>
                    <a:pt x="363" y="686"/>
                    <a:pt x="448" y="563"/>
                    <a:pt x="448" y="339"/>
                  </a:cubicBezTo>
                  <a:cubicBezTo>
                    <a:pt x="448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9"/>
            <p:cNvSpPr/>
            <p:nvPr/>
          </p:nvSpPr>
          <p:spPr>
            <a:xfrm>
              <a:off x="4023432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9"/>
            <p:cNvSpPr/>
            <p:nvPr/>
          </p:nvSpPr>
          <p:spPr>
            <a:xfrm>
              <a:off x="4023432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9"/>
            <p:cNvSpPr/>
            <p:nvPr/>
          </p:nvSpPr>
          <p:spPr>
            <a:xfrm>
              <a:off x="4023432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9"/>
            <p:cNvSpPr/>
            <p:nvPr/>
          </p:nvSpPr>
          <p:spPr>
            <a:xfrm>
              <a:off x="4023432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9"/>
            <p:cNvSpPr/>
            <p:nvPr/>
          </p:nvSpPr>
          <p:spPr>
            <a:xfrm>
              <a:off x="4015205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9"/>
            <p:cNvSpPr/>
            <p:nvPr/>
          </p:nvSpPr>
          <p:spPr>
            <a:xfrm>
              <a:off x="4015205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9"/>
            <p:cNvSpPr/>
            <p:nvPr/>
          </p:nvSpPr>
          <p:spPr>
            <a:xfrm>
              <a:off x="4023432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9"/>
            <p:cNvSpPr/>
            <p:nvPr/>
          </p:nvSpPr>
          <p:spPr>
            <a:xfrm>
              <a:off x="5084442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9"/>
            <p:cNvSpPr/>
            <p:nvPr/>
          </p:nvSpPr>
          <p:spPr>
            <a:xfrm>
              <a:off x="5084442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9"/>
            <p:cNvSpPr/>
            <p:nvPr/>
          </p:nvSpPr>
          <p:spPr>
            <a:xfrm>
              <a:off x="5084442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9"/>
            <p:cNvSpPr/>
            <p:nvPr/>
          </p:nvSpPr>
          <p:spPr>
            <a:xfrm>
              <a:off x="5084442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9"/>
            <p:cNvSpPr/>
            <p:nvPr/>
          </p:nvSpPr>
          <p:spPr>
            <a:xfrm>
              <a:off x="5077050" y="57702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9"/>
            <p:cNvSpPr/>
            <p:nvPr/>
          </p:nvSpPr>
          <p:spPr>
            <a:xfrm>
              <a:off x="5077050" y="722248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9"/>
            <p:cNvSpPr/>
            <p:nvPr/>
          </p:nvSpPr>
          <p:spPr>
            <a:xfrm>
              <a:off x="5084442" y="86830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9"/>
            <p:cNvSpPr/>
            <p:nvPr/>
          </p:nvSpPr>
          <p:spPr>
            <a:xfrm>
              <a:off x="5077050" y="1010660"/>
              <a:ext cx="52460" cy="81909"/>
            </a:xfrm>
            <a:custGeom>
              <a:avLst/>
              <a:gdLst/>
              <a:ahLst/>
              <a:cxnLst/>
              <a:rect l="l" t="t" r="r" b="b"/>
              <a:pathLst>
                <a:path w="440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09" y="617"/>
                    <a:pt x="216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3" y="686"/>
                    <a:pt x="440" y="563"/>
                    <a:pt x="440" y="339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9"/>
            <p:cNvSpPr/>
            <p:nvPr/>
          </p:nvSpPr>
          <p:spPr>
            <a:xfrm>
              <a:off x="5084442" y="1156713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1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9"/>
            <p:cNvSpPr/>
            <p:nvPr/>
          </p:nvSpPr>
          <p:spPr>
            <a:xfrm>
              <a:off x="5077050" y="130097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9"/>
            <p:cNvSpPr/>
            <p:nvPr/>
          </p:nvSpPr>
          <p:spPr>
            <a:xfrm>
              <a:off x="839090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9"/>
            <p:cNvSpPr/>
            <p:nvPr/>
          </p:nvSpPr>
          <p:spPr>
            <a:xfrm>
              <a:off x="839090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9"/>
            <p:cNvSpPr/>
            <p:nvPr/>
          </p:nvSpPr>
          <p:spPr>
            <a:xfrm>
              <a:off x="839090" y="288618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9"/>
            <p:cNvSpPr/>
            <p:nvPr/>
          </p:nvSpPr>
          <p:spPr>
            <a:xfrm>
              <a:off x="839090" y="43371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9"/>
            <p:cNvSpPr/>
            <p:nvPr/>
          </p:nvSpPr>
          <p:spPr>
            <a:xfrm>
              <a:off x="830863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7"/>
                    <a:pt x="93" y="347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1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9"/>
            <p:cNvSpPr/>
            <p:nvPr/>
          </p:nvSpPr>
          <p:spPr>
            <a:xfrm>
              <a:off x="830863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9"/>
            <p:cNvSpPr/>
            <p:nvPr/>
          </p:nvSpPr>
          <p:spPr>
            <a:xfrm>
              <a:off x="839090" y="86830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9"/>
            <p:cNvSpPr/>
            <p:nvPr/>
          </p:nvSpPr>
          <p:spPr>
            <a:xfrm>
              <a:off x="830863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9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7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24"/>
                    <a:pt x="0" y="347"/>
                  </a:cubicBezTo>
                  <a:cubicBezTo>
                    <a:pt x="8" y="563"/>
                    <a:pt x="93" y="686"/>
                    <a:pt x="224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9"/>
            <p:cNvSpPr/>
            <p:nvPr/>
          </p:nvSpPr>
          <p:spPr>
            <a:xfrm>
              <a:off x="839090" y="1156713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9"/>
            <p:cNvSpPr/>
            <p:nvPr/>
          </p:nvSpPr>
          <p:spPr>
            <a:xfrm>
              <a:off x="830863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9"/>
            <p:cNvSpPr/>
            <p:nvPr/>
          </p:nvSpPr>
          <p:spPr>
            <a:xfrm>
              <a:off x="839090" y="144703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9"/>
            <p:cNvSpPr/>
            <p:nvPr/>
          </p:nvSpPr>
          <p:spPr>
            <a:xfrm>
              <a:off x="830863" y="159034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9"/>
            <p:cNvSpPr/>
            <p:nvPr/>
          </p:nvSpPr>
          <p:spPr>
            <a:xfrm>
              <a:off x="839090" y="1736397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9"/>
            <p:cNvSpPr/>
            <p:nvPr/>
          </p:nvSpPr>
          <p:spPr>
            <a:xfrm>
              <a:off x="830863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9"/>
            <p:cNvSpPr/>
            <p:nvPr/>
          </p:nvSpPr>
          <p:spPr>
            <a:xfrm>
              <a:off x="839090" y="202576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9"/>
            <p:cNvSpPr/>
            <p:nvPr/>
          </p:nvSpPr>
          <p:spPr>
            <a:xfrm>
              <a:off x="2962660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9"/>
            <p:cNvSpPr/>
            <p:nvPr/>
          </p:nvSpPr>
          <p:spPr>
            <a:xfrm>
              <a:off x="2962660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9"/>
            <p:cNvSpPr/>
            <p:nvPr/>
          </p:nvSpPr>
          <p:spPr>
            <a:xfrm>
              <a:off x="2962660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9"/>
            <p:cNvSpPr/>
            <p:nvPr/>
          </p:nvSpPr>
          <p:spPr>
            <a:xfrm>
              <a:off x="2962660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9"/>
            <p:cNvSpPr/>
            <p:nvPr/>
          </p:nvSpPr>
          <p:spPr>
            <a:xfrm>
              <a:off x="2954433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6" y="609"/>
                    <a:pt x="93" y="517"/>
                    <a:pt x="93" y="347"/>
                  </a:cubicBezTo>
                  <a:cubicBezTo>
                    <a:pt x="93" y="163"/>
                    <a:pt x="146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9"/>
            <p:cNvSpPr/>
            <p:nvPr/>
          </p:nvSpPr>
          <p:spPr>
            <a:xfrm>
              <a:off x="2954433" y="722248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6" y="609"/>
                    <a:pt x="93" y="509"/>
                    <a:pt x="93" y="339"/>
                  </a:cubicBezTo>
                  <a:cubicBezTo>
                    <a:pt x="93" y="162"/>
                    <a:pt x="146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9"/>
            <p:cNvSpPr/>
            <p:nvPr/>
          </p:nvSpPr>
          <p:spPr>
            <a:xfrm>
              <a:off x="2962660" y="86830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9"/>
            <p:cNvSpPr/>
            <p:nvPr/>
          </p:nvSpPr>
          <p:spPr>
            <a:xfrm>
              <a:off x="2954433" y="1010660"/>
              <a:ext cx="53295" cy="81909"/>
            </a:xfrm>
            <a:custGeom>
              <a:avLst/>
              <a:gdLst/>
              <a:ahLst/>
              <a:cxnLst/>
              <a:rect l="l" t="t" r="r" b="b"/>
              <a:pathLst>
                <a:path w="447" h="687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9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6" y="617"/>
                    <a:pt x="93" y="517"/>
                    <a:pt x="93" y="347"/>
                  </a:cubicBezTo>
                  <a:cubicBezTo>
                    <a:pt x="93" y="170"/>
                    <a:pt x="146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24"/>
                    <a:pt x="0" y="347"/>
                  </a:cubicBezTo>
                  <a:cubicBezTo>
                    <a:pt x="8" y="563"/>
                    <a:pt x="93" y="686"/>
                    <a:pt x="224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9"/>
            <p:cNvSpPr/>
            <p:nvPr/>
          </p:nvSpPr>
          <p:spPr>
            <a:xfrm>
              <a:off x="2962660" y="1156713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1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9"/>
            <p:cNvSpPr/>
            <p:nvPr/>
          </p:nvSpPr>
          <p:spPr>
            <a:xfrm>
              <a:off x="3492509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9"/>
            <p:cNvSpPr/>
            <p:nvPr/>
          </p:nvSpPr>
          <p:spPr>
            <a:xfrm>
              <a:off x="3492509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9"/>
            <p:cNvSpPr/>
            <p:nvPr/>
          </p:nvSpPr>
          <p:spPr>
            <a:xfrm>
              <a:off x="3492509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9"/>
            <p:cNvSpPr/>
            <p:nvPr/>
          </p:nvSpPr>
          <p:spPr>
            <a:xfrm>
              <a:off x="3492509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9"/>
            <p:cNvSpPr/>
            <p:nvPr/>
          </p:nvSpPr>
          <p:spPr>
            <a:xfrm>
              <a:off x="3484283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85" y="679"/>
                    <a:pt x="216" y="679"/>
                  </a:cubicBezTo>
                  <a:cubicBezTo>
                    <a:pt x="363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9"/>
            <p:cNvSpPr/>
            <p:nvPr/>
          </p:nvSpPr>
          <p:spPr>
            <a:xfrm>
              <a:off x="3484283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9"/>
            <p:cNvSpPr/>
            <p:nvPr/>
          </p:nvSpPr>
          <p:spPr>
            <a:xfrm>
              <a:off x="3492509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9"/>
            <p:cNvSpPr/>
            <p:nvPr/>
          </p:nvSpPr>
          <p:spPr>
            <a:xfrm>
              <a:off x="3484283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09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24"/>
                    <a:pt x="1" y="347"/>
                  </a:cubicBezTo>
                  <a:cubicBezTo>
                    <a:pt x="1" y="563"/>
                    <a:pt x="85" y="686"/>
                    <a:pt x="216" y="686"/>
                  </a:cubicBezTo>
                  <a:cubicBezTo>
                    <a:pt x="363" y="686"/>
                    <a:pt x="447" y="563"/>
                    <a:pt x="447" y="339"/>
                  </a:cubicBezTo>
                  <a:cubicBezTo>
                    <a:pt x="447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9"/>
            <p:cNvSpPr/>
            <p:nvPr/>
          </p:nvSpPr>
          <p:spPr>
            <a:xfrm>
              <a:off x="5615245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9"/>
            <p:cNvSpPr/>
            <p:nvPr/>
          </p:nvSpPr>
          <p:spPr>
            <a:xfrm>
              <a:off x="5615245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9"/>
            <p:cNvSpPr/>
            <p:nvPr/>
          </p:nvSpPr>
          <p:spPr>
            <a:xfrm>
              <a:off x="5615245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9"/>
            <p:cNvSpPr/>
            <p:nvPr/>
          </p:nvSpPr>
          <p:spPr>
            <a:xfrm>
              <a:off x="5615245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9"/>
            <p:cNvSpPr/>
            <p:nvPr/>
          </p:nvSpPr>
          <p:spPr>
            <a:xfrm>
              <a:off x="5607019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9"/>
            <p:cNvSpPr/>
            <p:nvPr/>
          </p:nvSpPr>
          <p:spPr>
            <a:xfrm>
              <a:off x="5607019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9"/>
            <p:cNvSpPr/>
            <p:nvPr/>
          </p:nvSpPr>
          <p:spPr>
            <a:xfrm>
              <a:off x="5615245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9"/>
            <p:cNvSpPr/>
            <p:nvPr/>
          </p:nvSpPr>
          <p:spPr>
            <a:xfrm>
              <a:off x="5607019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9"/>
            <p:cNvSpPr/>
            <p:nvPr/>
          </p:nvSpPr>
          <p:spPr>
            <a:xfrm>
              <a:off x="5615245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9"/>
            <p:cNvSpPr/>
            <p:nvPr/>
          </p:nvSpPr>
          <p:spPr>
            <a:xfrm>
              <a:off x="5607019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9"/>
            <p:cNvSpPr/>
            <p:nvPr/>
          </p:nvSpPr>
          <p:spPr>
            <a:xfrm>
              <a:off x="6146049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9"/>
            <p:cNvSpPr/>
            <p:nvPr/>
          </p:nvSpPr>
          <p:spPr>
            <a:xfrm>
              <a:off x="6146049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9"/>
            <p:cNvSpPr/>
            <p:nvPr/>
          </p:nvSpPr>
          <p:spPr>
            <a:xfrm>
              <a:off x="6146049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9"/>
            <p:cNvSpPr/>
            <p:nvPr/>
          </p:nvSpPr>
          <p:spPr>
            <a:xfrm>
              <a:off x="6146049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9"/>
            <p:cNvSpPr/>
            <p:nvPr/>
          </p:nvSpPr>
          <p:spPr>
            <a:xfrm>
              <a:off x="6137822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85" y="679"/>
                    <a:pt x="216" y="679"/>
                  </a:cubicBezTo>
                  <a:cubicBezTo>
                    <a:pt x="363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9"/>
            <p:cNvSpPr/>
            <p:nvPr/>
          </p:nvSpPr>
          <p:spPr>
            <a:xfrm>
              <a:off x="6137822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9"/>
            <p:cNvSpPr/>
            <p:nvPr/>
          </p:nvSpPr>
          <p:spPr>
            <a:xfrm>
              <a:off x="6146049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9"/>
            <p:cNvSpPr/>
            <p:nvPr/>
          </p:nvSpPr>
          <p:spPr>
            <a:xfrm>
              <a:off x="6137822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24"/>
                    <a:pt x="1" y="347"/>
                  </a:cubicBezTo>
                  <a:cubicBezTo>
                    <a:pt x="1" y="563"/>
                    <a:pt x="85" y="686"/>
                    <a:pt x="216" y="686"/>
                  </a:cubicBezTo>
                  <a:cubicBezTo>
                    <a:pt x="363" y="686"/>
                    <a:pt x="447" y="563"/>
                    <a:pt x="447" y="339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9"/>
            <p:cNvSpPr/>
            <p:nvPr/>
          </p:nvSpPr>
          <p:spPr>
            <a:xfrm>
              <a:off x="6146049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9"/>
            <p:cNvSpPr/>
            <p:nvPr/>
          </p:nvSpPr>
          <p:spPr>
            <a:xfrm>
              <a:off x="6137822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9"/>
            <p:cNvSpPr/>
            <p:nvPr/>
          </p:nvSpPr>
          <p:spPr>
            <a:xfrm>
              <a:off x="6146049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9"/>
            <p:cNvSpPr/>
            <p:nvPr/>
          </p:nvSpPr>
          <p:spPr>
            <a:xfrm>
              <a:off x="6137822" y="159034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2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9"/>
            <p:cNvSpPr/>
            <p:nvPr/>
          </p:nvSpPr>
          <p:spPr>
            <a:xfrm>
              <a:off x="7208013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9"/>
            <p:cNvSpPr/>
            <p:nvPr/>
          </p:nvSpPr>
          <p:spPr>
            <a:xfrm>
              <a:off x="7208013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9"/>
            <p:cNvSpPr/>
            <p:nvPr/>
          </p:nvSpPr>
          <p:spPr>
            <a:xfrm>
              <a:off x="7208013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1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9"/>
            <p:cNvSpPr/>
            <p:nvPr/>
          </p:nvSpPr>
          <p:spPr>
            <a:xfrm>
              <a:off x="7208013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9"/>
            <p:cNvSpPr/>
            <p:nvPr/>
          </p:nvSpPr>
          <p:spPr>
            <a:xfrm>
              <a:off x="7199667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17" y="609"/>
                    <a:pt x="224" y="609"/>
                  </a:cubicBezTo>
                  <a:cubicBezTo>
                    <a:pt x="140" y="609"/>
                    <a:pt x="86" y="517"/>
                    <a:pt x="86" y="347"/>
                  </a:cubicBezTo>
                  <a:cubicBezTo>
                    <a:pt x="86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9"/>
            <p:cNvSpPr/>
            <p:nvPr/>
          </p:nvSpPr>
          <p:spPr>
            <a:xfrm>
              <a:off x="7199667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7" y="62"/>
                    <a:pt x="355" y="162"/>
                    <a:pt x="355" y="331"/>
                  </a:cubicBezTo>
                  <a:cubicBezTo>
                    <a:pt x="355" y="501"/>
                    <a:pt x="317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62"/>
                    <a:pt x="224" y="62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9"/>
            <p:cNvSpPr/>
            <p:nvPr/>
          </p:nvSpPr>
          <p:spPr>
            <a:xfrm>
              <a:off x="7208013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9"/>
            <p:cNvSpPr/>
            <p:nvPr/>
          </p:nvSpPr>
          <p:spPr>
            <a:xfrm>
              <a:off x="7199667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9"/>
                  </a:cubicBezTo>
                  <a:cubicBezTo>
                    <a:pt x="355" y="509"/>
                    <a:pt x="317" y="617"/>
                    <a:pt x="224" y="617"/>
                  </a:cubicBezTo>
                  <a:cubicBezTo>
                    <a:pt x="140" y="617"/>
                    <a:pt x="86" y="517"/>
                    <a:pt x="86" y="347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24"/>
                    <a:pt x="1" y="347"/>
                  </a:cubicBezTo>
                  <a:cubicBezTo>
                    <a:pt x="1" y="563"/>
                    <a:pt x="93" y="686"/>
                    <a:pt x="217" y="686"/>
                  </a:cubicBezTo>
                  <a:cubicBezTo>
                    <a:pt x="363" y="686"/>
                    <a:pt x="448" y="563"/>
                    <a:pt x="448" y="339"/>
                  </a:cubicBezTo>
                  <a:cubicBezTo>
                    <a:pt x="448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9"/>
            <p:cNvSpPr/>
            <p:nvPr/>
          </p:nvSpPr>
          <p:spPr>
            <a:xfrm>
              <a:off x="7208013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1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1" y="663"/>
                  </a:lnTo>
                  <a:lnTo>
                    <a:pt x="216" y="66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9"/>
            <p:cNvSpPr/>
            <p:nvPr/>
          </p:nvSpPr>
          <p:spPr>
            <a:xfrm>
              <a:off x="7199667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1"/>
                  </a:cubicBezTo>
                  <a:cubicBezTo>
                    <a:pt x="355" y="501"/>
                    <a:pt x="317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9"/>
            <p:cNvSpPr/>
            <p:nvPr/>
          </p:nvSpPr>
          <p:spPr>
            <a:xfrm>
              <a:off x="7208013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9"/>
            <p:cNvSpPr/>
            <p:nvPr/>
          </p:nvSpPr>
          <p:spPr>
            <a:xfrm>
              <a:off x="7199667" y="159034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2"/>
                  </a:cubicBezTo>
                  <a:cubicBezTo>
                    <a:pt x="355" y="501"/>
                    <a:pt x="317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2"/>
                  </a:cubicBezTo>
                  <a:cubicBezTo>
                    <a:pt x="448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9"/>
            <p:cNvSpPr/>
            <p:nvPr/>
          </p:nvSpPr>
          <p:spPr>
            <a:xfrm>
              <a:off x="7208013" y="1736397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9"/>
            <p:cNvSpPr/>
            <p:nvPr/>
          </p:nvSpPr>
          <p:spPr>
            <a:xfrm>
              <a:off x="7199667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7" y="62"/>
                    <a:pt x="355" y="162"/>
                    <a:pt x="355" y="332"/>
                  </a:cubicBezTo>
                  <a:cubicBezTo>
                    <a:pt x="355" y="501"/>
                    <a:pt x="317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62"/>
                    <a:pt x="224" y="62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2"/>
                  </a:cubicBezTo>
                  <a:cubicBezTo>
                    <a:pt x="448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9"/>
            <p:cNvSpPr/>
            <p:nvPr/>
          </p:nvSpPr>
          <p:spPr>
            <a:xfrm>
              <a:off x="8004158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9"/>
            <p:cNvSpPr/>
            <p:nvPr/>
          </p:nvSpPr>
          <p:spPr>
            <a:xfrm>
              <a:off x="8004158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9"/>
            <p:cNvSpPr/>
            <p:nvPr/>
          </p:nvSpPr>
          <p:spPr>
            <a:xfrm>
              <a:off x="8004158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9"/>
            <p:cNvSpPr/>
            <p:nvPr/>
          </p:nvSpPr>
          <p:spPr>
            <a:xfrm>
              <a:off x="8004158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9"/>
            <p:cNvSpPr/>
            <p:nvPr/>
          </p:nvSpPr>
          <p:spPr>
            <a:xfrm>
              <a:off x="7995931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9"/>
            <p:cNvSpPr/>
            <p:nvPr/>
          </p:nvSpPr>
          <p:spPr>
            <a:xfrm>
              <a:off x="7995931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9"/>
            <p:cNvSpPr/>
            <p:nvPr/>
          </p:nvSpPr>
          <p:spPr>
            <a:xfrm>
              <a:off x="8004158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9"/>
            <p:cNvSpPr/>
            <p:nvPr/>
          </p:nvSpPr>
          <p:spPr>
            <a:xfrm>
              <a:off x="7995931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9"/>
            <p:cNvSpPr/>
            <p:nvPr/>
          </p:nvSpPr>
          <p:spPr>
            <a:xfrm>
              <a:off x="9064214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9"/>
            <p:cNvSpPr/>
            <p:nvPr/>
          </p:nvSpPr>
          <p:spPr>
            <a:xfrm>
              <a:off x="9064214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9"/>
            <p:cNvSpPr/>
            <p:nvPr/>
          </p:nvSpPr>
          <p:spPr>
            <a:xfrm>
              <a:off x="9064214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9"/>
            <p:cNvSpPr/>
            <p:nvPr/>
          </p:nvSpPr>
          <p:spPr>
            <a:xfrm>
              <a:off x="9064214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9"/>
            <p:cNvSpPr/>
            <p:nvPr/>
          </p:nvSpPr>
          <p:spPr>
            <a:xfrm>
              <a:off x="4554354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9"/>
            <p:cNvSpPr/>
            <p:nvPr/>
          </p:nvSpPr>
          <p:spPr>
            <a:xfrm>
              <a:off x="4554354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9"/>
            <p:cNvSpPr/>
            <p:nvPr/>
          </p:nvSpPr>
          <p:spPr>
            <a:xfrm>
              <a:off x="4554354" y="288618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9"/>
            <p:cNvSpPr/>
            <p:nvPr/>
          </p:nvSpPr>
          <p:spPr>
            <a:xfrm>
              <a:off x="4554354" y="43371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9"/>
            <p:cNvSpPr/>
            <p:nvPr/>
          </p:nvSpPr>
          <p:spPr>
            <a:xfrm>
              <a:off x="4546128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7"/>
                    <a:pt x="93" y="347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1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9"/>
            <p:cNvSpPr/>
            <p:nvPr/>
          </p:nvSpPr>
          <p:spPr>
            <a:xfrm>
              <a:off x="4546128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9"/>
            <p:cNvSpPr/>
            <p:nvPr/>
          </p:nvSpPr>
          <p:spPr>
            <a:xfrm>
              <a:off x="4554354" y="86830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9"/>
            <p:cNvSpPr/>
            <p:nvPr/>
          </p:nvSpPr>
          <p:spPr>
            <a:xfrm>
              <a:off x="4546128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9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7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24"/>
                    <a:pt x="0" y="347"/>
                  </a:cubicBezTo>
                  <a:cubicBezTo>
                    <a:pt x="8" y="563"/>
                    <a:pt x="93" y="686"/>
                    <a:pt x="224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9"/>
            <p:cNvSpPr/>
            <p:nvPr/>
          </p:nvSpPr>
          <p:spPr>
            <a:xfrm>
              <a:off x="4554354" y="1156713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9"/>
            <p:cNvSpPr/>
            <p:nvPr/>
          </p:nvSpPr>
          <p:spPr>
            <a:xfrm>
              <a:off x="4546128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9"/>
            <p:cNvSpPr/>
            <p:nvPr/>
          </p:nvSpPr>
          <p:spPr>
            <a:xfrm>
              <a:off x="6942432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9"/>
            <p:cNvSpPr/>
            <p:nvPr/>
          </p:nvSpPr>
          <p:spPr>
            <a:xfrm>
              <a:off x="6942432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9"/>
            <p:cNvSpPr/>
            <p:nvPr/>
          </p:nvSpPr>
          <p:spPr>
            <a:xfrm>
              <a:off x="6942432" y="28957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9"/>
            <p:cNvSpPr/>
            <p:nvPr/>
          </p:nvSpPr>
          <p:spPr>
            <a:xfrm>
              <a:off x="6934205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9"/>
            <p:cNvSpPr/>
            <p:nvPr/>
          </p:nvSpPr>
          <p:spPr>
            <a:xfrm>
              <a:off x="6934205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9"/>
            <p:cNvSpPr/>
            <p:nvPr/>
          </p:nvSpPr>
          <p:spPr>
            <a:xfrm>
              <a:off x="6942432" y="72308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9"/>
            <p:cNvSpPr/>
            <p:nvPr/>
          </p:nvSpPr>
          <p:spPr>
            <a:xfrm>
              <a:off x="6934205" y="86639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8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9"/>
            <p:cNvSpPr/>
            <p:nvPr/>
          </p:nvSpPr>
          <p:spPr>
            <a:xfrm>
              <a:off x="6942432" y="101244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9"/>
            <p:cNvSpPr/>
            <p:nvPr/>
          </p:nvSpPr>
          <p:spPr>
            <a:xfrm>
              <a:off x="6934205" y="115575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10"/>
                    <a:pt x="224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8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9"/>
            <p:cNvSpPr/>
            <p:nvPr/>
          </p:nvSpPr>
          <p:spPr>
            <a:xfrm>
              <a:off x="6934205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9"/>
            <p:cNvSpPr/>
            <p:nvPr/>
          </p:nvSpPr>
          <p:spPr>
            <a:xfrm>
              <a:off x="6942432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9"/>
            <p:cNvSpPr/>
            <p:nvPr/>
          </p:nvSpPr>
          <p:spPr>
            <a:xfrm>
              <a:off x="6942432" y="159117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9"/>
            <p:cNvSpPr/>
            <p:nvPr/>
          </p:nvSpPr>
          <p:spPr>
            <a:xfrm>
              <a:off x="6942432" y="1736397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9"/>
            <p:cNvSpPr/>
            <p:nvPr/>
          </p:nvSpPr>
          <p:spPr>
            <a:xfrm>
              <a:off x="6934205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62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9"/>
            <p:cNvSpPr/>
            <p:nvPr/>
          </p:nvSpPr>
          <p:spPr>
            <a:xfrm>
              <a:off x="4819935" y="206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9"/>
            <p:cNvSpPr/>
            <p:nvPr/>
          </p:nvSpPr>
          <p:spPr>
            <a:xfrm>
              <a:off x="4819935" y="144353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9"/>
            <p:cNvSpPr/>
            <p:nvPr/>
          </p:nvSpPr>
          <p:spPr>
            <a:xfrm>
              <a:off x="4819935" y="289572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9"/>
            <p:cNvSpPr/>
            <p:nvPr/>
          </p:nvSpPr>
          <p:spPr>
            <a:xfrm>
              <a:off x="4811589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62"/>
                    <a:pt x="355" y="331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6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9"/>
            <p:cNvSpPr/>
            <p:nvPr/>
          </p:nvSpPr>
          <p:spPr>
            <a:xfrm>
              <a:off x="4811589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24" y="610"/>
                  </a:cubicBezTo>
                  <a:cubicBezTo>
                    <a:pt x="140" y="610"/>
                    <a:pt x="86" y="517"/>
                    <a:pt x="86" y="348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86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9"/>
            <p:cNvSpPr/>
            <p:nvPr/>
          </p:nvSpPr>
          <p:spPr>
            <a:xfrm>
              <a:off x="4819935" y="723083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9"/>
            <p:cNvSpPr/>
            <p:nvPr/>
          </p:nvSpPr>
          <p:spPr>
            <a:xfrm>
              <a:off x="4811589" y="86639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7"/>
                    <a:pt x="224" y="617"/>
                  </a:cubicBezTo>
                  <a:cubicBezTo>
                    <a:pt x="140" y="617"/>
                    <a:pt x="86" y="517"/>
                    <a:pt x="86" y="348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86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9"/>
            <p:cNvSpPr/>
            <p:nvPr/>
          </p:nvSpPr>
          <p:spPr>
            <a:xfrm>
              <a:off x="4819935" y="1012448"/>
              <a:ext cx="25753" cy="78213"/>
            </a:xfrm>
            <a:custGeom>
              <a:avLst/>
              <a:gdLst/>
              <a:ahLst/>
              <a:cxnLst/>
              <a:rect l="l" t="t" r="r" b="b"/>
              <a:pathLst>
                <a:path w="216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9"/>
            <p:cNvSpPr/>
            <p:nvPr/>
          </p:nvSpPr>
          <p:spPr>
            <a:xfrm>
              <a:off x="4811589" y="115575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24" y="610"/>
                  </a:cubicBezTo>
                  <a:cubicBezTo>
                    <a:pt x="140" y="610"/>
                    <a:pt x="86" y="517"/>
                    <a:pt x="86" y="348"/>
                  </a:cubicBezTo>
                  <a:cubicBezTo>
                    <a:pt x="86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1" y="124"/>
                    <a:pt x="1" y="348"/>
                  </a:cubicBezTo>
                  <a:cubicBezTo>
                    <a:pt x="1" y="563"/>
                    <a:pt x="86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9"/>
            <p:cNvSpPr/>
            <p:nvPr/>
          </p:nvSpPr>
          <p:spPr>
            <a:xfrm>
              <a:off x="4811589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6" y="678"/>
                    <a:pt x="217" y="678"/>
                  </a:cubicBezTo>
                  <a:cubicBezTo>
                    <a:pt x="363" y="678"/>
                    <a:pt x="448" y="555"/>
                    <a:pt x="448" y="332"/>
                  </a:cubicBezTo>
                  <a:cubicBezTo>
                    <a:pt x="448" y="124"/>
                    <a:pt x="363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9"/>
            <p:cNvSpPr/>
            <p:nvPr/>
          </p:nvSpPr>
          <p:spPr>
            <a:xfrm>
              <a:off x="5880707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9"/>
            <p:cNvSpPr/>
            <p:nvPr/>
          </p:nvSpPr>
          <p:spPr>
            <a:xfrm>
              <a:off x="5880707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9"/>
            <p:cNvSpPr/>
            <p:nvPr/>
          </p:nvSpPr>
          <p:spPr>
            <a:xfrm>
              <a:off x="5880707" y="28957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9"/>
            <p:cNvSpPr/>
            <p:nvPr/>
          </p:nvSpPr>
          <p:spPr>
            <a:xfrm>
              <a:off x="5872480" y="432883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9"/>
            <p:cNvSpPr/>
            <p:nvPr/>
          </p:nvSpPr>
          <p:spPr>
            <a:xfrm>
              <a:off x="5872480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9"/>
            <p:cNvSpPr/>
            <p:nvPr/>
          </p:nvSpPr>
          <p:spPr>
            <a:xfrm>
              <a:off x="5880707" y="72308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9"/>
            <p:cNvSpPr/>
            <p:nvPr/>
          </p:nvSpPr>
          <p:spPr>
            <a:xfrm>
              <a:off x="5872480" y="86639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9"/>
            <p:cNvSpPr/>
            <p:nvPr/>
          </p:nvSpPr>
          <p:spPr>
            <a:xfrm>
              <a:off x="5880707" y="101244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9"/>
            <p:cNvSpPr/>
            <p:nvPr/>
          </p:nvSpPr>
          <p:spPr>
            <a:xfrm>
              <a:off x="5872480" y="115575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9"/>
            <p:cNvSpPr/>
            <p:nvPr/>
          </p:nvSpPr>
          <p:spPr>
            <a:xfrm>
              <a:off x="5872480" y="130097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9"/>
            <p:cNvSpPr/>
            <p:nvPr/>
          </p:nvSpPr>
          <p:spPr>
            <a:xfrm>
              <a:off x="5880707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4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9"/>
            <p:cNvSpPr/>
            <p:nvPr/>
          </p:nvSpPr>
          <p:spPr>
            <a:xfrm>
              <a:off x="5880707" y="159117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4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9"/>
            <p:cNvSpPr/>
            <p:nvPr/>
          </p:nvSpPr>
          <p:spPr>
            <a:xfrm>
              <a:off x="7473355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9"/>
            <p:cNvSpPr/>
            <p:nvPr/>
          </p:nvSpPr>
          <p:spPr>
            <a:xfrm>
              <a:off x="7473355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9"/>
            <p:cNvSpPr/>
            <p:nvPr/>
          </p:nvSpPr>
          <p:spPr>
            <a:xfrm>
              <a:off x="7473355" y="28957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9"/>
            <p:cNvSpPr/>
            <p:nvPr/>
          </p:nvSpPr>
          <p:spPr>
            <a:xfrm>
              <a:off x="7465128" y="432883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62"/>
                    <a:pt x="363" y="331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9"/>
            <p:cNvSpPr/>
            <p:nvPr/>
          </p:nvSpPr>
          <p:spPr>
            <a:xfrm>
              <a:off x="7465128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40"/>
                  </a:cubicBezTo>
                  <a:cubicBezTo>
                    <a:pt x="363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9"/>
            <p:cNvSpPr/>
            <p:nvPr/>
          </p:nvSpPr>
          <p:spPr>
            <a:xfrm>
              <a:off x="7473355" y="72308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9"/>
            <p:cNvSpPr/>
            <p:nvPr/>
          </p:nvSpPr>
          <p:spPr>
            <a:xfrm>
              <a:off x="7465128" y="86639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40"/>
                  </a:cubicBezTo>
                  <a:cubicBezTo>
                    <a:pt x="363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8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9"/>
            <p:cNvSpPr/>
            <p:nvPr/>
          </p:nvSpPr>
          <p:spPr>
            <a:xfrm>
              <a:off x="7473355" y="101244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9"/>
            <p:cNvSpPr/>
            <p:nvPr/>
          </p:nvSpPr>
          <p:spPr>
            <a:xfrm>
              <a:off x="7465128" y="115575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40"/>
                  </a:cubicBezTo>
                  <a:cubicBezTo>
                    <a:pt x="363" y="509"/>
                    <a:pt x="316" y="610"/>
                    <a:pt x="224" y="610"/>
                  </a:cubicBezTo>
                  <a:cubicBezTo>
                    <a:pt x="147" y="610"/>
                    <a:pt x="93" y="517"/>
                    <a:pt x="93" y="348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101" y="1"/>
                    <a:pt x="0" y="124"/>
                    <a:pt x="0" y="348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70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9"/>
            <p:cNvSpPr/>
            <p:nvPr/>
          </p:nvSpPr>
          <p:spPr>
            <a:xfrm>
              <a:off x="7465128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3" y="170"/>
                    <a:pt x="363" y="332"/>
                  </a:cubicBezTo>
                  <a:cubicBezTo>
                    <a:pt x="363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70" y="678"/>
                    <a:pt x="447" y="555"/>
                    <a:pt x="447" y="332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9"/>
            <p:cNvSpPr/>
            <p:nvPr/>
          </p:nvSpPr>
          <p:spPr>
            <a:xfrm>
              <a:off x="7473355" y="144703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9"/>
            <p:cNvSpPr/>
            <p:nvPr/>
          </p:nvSpPr>
          <p:spPr>
            <a:xfrm>
              <a:off x="7473355" y="159117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24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9"/>
            <p:cNvSpPr/>
            <p:nvPr/>
          </p:nvSpPr>
          <p:spPr>
            <a:xfrm>
              <a:off x="7473355" y="1736397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24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9"/>
            <p:cNvSpPr/>
            <p:nvPr/>
          </p:nvSpPr>
          <p:spPr>
            <a:xfrm>
              <a:off x="3227168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9"/>
            <p:cNvSpPr/>
            <p:nvPr/>
          </p:nvSpPr>
          <p:spPr>
            <a:xfrm>
              <a:off x="3227168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9"/>
            <p:cNvSpPr/>
            <p:nvPr/>
          </p:nvSpPr>
          <p:spPr>
            <a:xfrm>
              <a:off x="3227168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9"/>
            <p:cNvSpPr/>
            <p:nvPr/>
          </p:nvSpPr>
          <p:spPr>
            <a:xfrm>
              <a:off x="3227168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9"/>
            <p:cNvSpPr/>
            <p:nvPr/>
          </p:nvSpPr>
          <p:spPr>
            <a:xfrm>
              <a:off x="3219775" y="57702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9"/>
            <p:cNvSpPr/>
            <p:nvPr/>
          </p:nvSpPr>
          <p:spPr>
            <a:xfrm>
              <a:off x="3219775" y="722248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9"/>
            <p:cNvSpPr/>
            <p:nvPr/>
          </p:nvSpPr>
          <p:spPr>
            <a:xfrm>
              <a:off x="3227168" y="86830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9"/>
            <p:cNvSpPr/>
            <p:nvPr/>
          </p:nvSpPr>
          <p:spPr>
            <a:xfrm>
              <a:off x="3219775" y="1010660"/>
              <a:ext cx="52460" cy="81909"/>
            </a:xfrm>
            <a:custGeom>
              <a:avLst/>
              <a:gdLst/>
              <a:ahLst/>
              <a:cxnLst/>
              <a:rect l="l" t="t" r="r" b="b"/>
              <a:pathLst>
                <a:path w="440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09" y="617"/>
                    <a:pt x="216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3" y="686"/>
                    <a:pt x="440" y="563"/>
                    <a:pt x="440" y="339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9"/>
            <p:cNvSpPr/>
            <p:nvPr/>
          </p:nvSpPr>
          <p:spPr>
            <a:xfrm>
              <a:off x="3227168" y="1156713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1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9"/>
            <p:cNvSpPr/>
            <p:nvPr/>
          </p:nvSpPr>
          <p:spPr>
            <a:xfrm>
              <a:off x="3757971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9"/>
            <p:cNvSpPr/>
            <p:nvPr/>
          </p:nvSpPr>
          <p:spPr>
            <a:xfrm>
              <a:off x="3757971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9"/>
            <p:cNvSpPr/>
            <p:nvPr/>
          </p:nvSpPr>
          <p:spPr>
            <a:xfrm>
              <a:off x="3757971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9"/>
            <p:cNvSpPr/>
            <p:nvPr/>
          </p:nvSpPr>
          <p:spPr>
            <a:xfrm>
              <a:off x="3757971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9"/>
            <p:cNvSpPr/>
            <p:nvPr/>
          </p:nvSpPr>
          <p:spPr>
            <a:xfrm>
              <a:off x="3749744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9"/>
            <p:cNvSpPr/>
            <p:nvPr/>
          </p:nvSpPr>
          <p:spPr>
            <a:xfrm>
              <a:off x="3749744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9"/>
            <p:cNvSpPr/>
            <p:nvPr/>
          </p:nvSpPr>
          <p:spPr>
            <a:xfrm>
              <a:off x="3757971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9"/>
            <p:cNvSpPr/>
            <p:nvPr/>
          </p:nvSpPr>
          <p:spPr>
            <a:xfrm>
              <a:off x="3749744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9"/>
            <p:cNvSpPr/>
            <p:nvPr/>
          </p:nvSpPr>
          <p:spPr>
            <a:xfrm>
              <a:off x="3757971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9"/>
            <p:cNvSpPr/>
            <p:nvPr/>
          </p:nvSpPr>
          <p:spPr>
            <a:xfrm>
              <a:off x="4288893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9"/>
            <p:cNvSpPr/>
            <p:nvPr/>
          </p:nvSpPr>
          <p:spPr>
            <a:xfrm>
              <a:off x="4288893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9"/>
            <p:cNvSpPr/>
            <p:nvPr/>
          </p:nvSpPr>
          <p:spPr>
            <a:xfrm>
              <a:off x="4288893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9"/>
            <p:cNvSpPr/>
            <p:nvPr/>
          </p:nvSpPr>
          <p:spPr>
            <a:xfrm>
              <a:off x="4288893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7" y="65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9"/>
            <p:cNvSpPr/>
            <p:nvPr/>
          </p:nvSpPr>
          <p:spPr>
            <a:xfrm>
              <a:off x="4280666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85" y="679"/>
                    <a:pt x="216" y="679"/>
                  </a:cubicBezTo>
                  <a:cubicBezTo>
                    <a:pt x="363" y="679"/>
                    <a:pt x="447" y="556"/>
                    <a:pt x="447" y="332"/>
                  </a:cubicBezTo>
                  <a:cubicBezTo>
                    <a:pt x="447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9"/>
            <p:cNvSpPr/>
            <p:nvPr/>
          </p:nvSpPr>
          <p:spPr>
            <a:xfrm>
              <a:off x="4280666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85" y="678"/>
                    <a:pt x="216" y="678"/>
                  </a:cubicBezTo>
                  <a:cubicBezTo>
                    <a:pt x="363" y="678"/>
                    <a:pt x="447" y="555"/>
                    <a:pt x="447" y="331"/>
                  </a:cubicBezTo>
                  <a:cubicBezTo>
                    <a:pt x="447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9"/>
            <p:cNvSpPr/>
            <p:nvPr/>
          </p:nvSpPr>
          <p:spPr>
            <a:xfrm>
              <a:off x="4288893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40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7" y="65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9"/>
            <p:cNvSpPr/>
            <p:nvPr/>
          </p:nvSpPr>
          <p:spPr>
            <a:xfrm>
              <a:off x="4280666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24"/>
                    <a:pt x="1" y="347"/>
                  </a:cubicBezTo>
                  <a:cubicBezTo>
                    <a:pt x="1" y="563"/>
                    <a:pt x="85" y="686"/>
                    <a:pt x="216" y="686"/>
                  </a:cubicBezTo>
                  <a:cubicBezTo>
                    <a:pt x="363" y="686"/>
                    <a:pt x="447" y="563"/>
                    <a:pt x="447" y="339"/>
                  </a:cubicBezTo>
                  <a:cubicBezTo>
                    <a:pt x="447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9"/>
            <p:cNvSpPr/>
            <p:nvPr/>
          </p:nvSpPr>
          <p:spPr>
            <a:xfrm>
              <a:off x="4288893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40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7" y="663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9"/>
            <p:cNvSpPr/>
            <p:nvPr/>
          </p:nvSpPr>
          <p:spPr>
            <a:xfrm>
              <a:off x="5349903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9"/>
            <p:cNvSpPr/>
            <p:nvPr/>
          </p:nvSpPr>
          <p:spPr>
            <a:xfrm>
              <a:off x="5349903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9"/>
            <p:cNvSpPr/>
            <p:nvPr/>
          </p:nvSpPr>
          <p:spPr>
            <a:xfrm>
              <a:off x="5349903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1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9"/>
            <p:cNvSpPr/>
            <p:nvPr/>
          </p:nvSpPr>
          <p:spPr>
            <a:xfrm>
              <a:off x="5349903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0" y="78"/>
                  </a:lnTo>
                  <a:lnTo>
                    <a:pt x="16" y="147"/>
                  </a:lnTo>
                  <a:lnTo>
                    <a:pt x="131" y="86"/>
                  </a:lnTo>
                  <a:lnTo>
                    <a:pt x="131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9"/>
            <p:cNvSpPr/>
            <p:nvPr/>
          </p:nvSpPr>
          <p:spPr>
            <a:xfrm>
              <a:off x="5341557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40"/>
                  </a:cubicBezTo>
                  <a:cubicBezTo>
                    <a:pt x="355" y="509"/>
                    <a:pt x="317" y="609"/>
                    <a:pt x="224" y="609"/>
                  </a:cubicBezTo>
                  <a:cubicBezTo>
                    <a:pt x="140" y="609"/>
                    <a:pt x="86" y="517"/>
                    <a:pt x="86" y="347"/>
                  </a:cubicBezTo>
                  <a:cubicBezTo>
                    <a:pt x="86" y="163"/>
                    <a:pt x="147" y="70"/>
                    <a:pt x="224" y="70"/>
                  </a:cubicBezTo>
                  <a:close/>
                  <a:moveTo>
                    <a:pt x="232" y="1"/>
                  </a:moveTo>
                  <a:cubicBezTo>
                    <a:pt x="93" y="1"/>
                    <a:pt x="1" y="124"/>
                    <a:pt x="1" y="340"/>
                  </a:cubicBezTo>
                  <a:cubicBezTo>
                    <a:pt x="1" y="563"/>
                    <a:pt x="93" y="679"/>
                    <a:pt x="217" y="679"/>
                  </a:cubicBezTo>
                  <a:cubicBezTo>
                    <a:pt x="363" y="679"/>
                    <a:pt x="448" y="556"/>
                    <a:pt x="448" y="332"/>
                  </a:cubicBezTo>
                  <a:cubicBezTo>
                    <a:pt x="448" y="124"/>
                    <a:pt x="363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9"/>
            <p:cNvSpPr/>
            <p:nvPr/>
          </p:nvSpPr>
          <p:spPr>
            <a:xfrm>
              <a:off x="5341557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7" y="62"/>
                    <a:pt x="355" y="162"/>
                    <a:pt x="355" y="331"/>
                  </a:cubicBezTo>
                  <a:cubicBezTo>
                    <a:pt x="355" y="501"/>
                    <a:pt x="317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62"/>
                    <a:pt x="224" y="62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9"/>
            <p:cNvSpPr/>
            <p:nvPr/>
          </p:nvSpPr>
          <p:spPr>
            <a:xfrm>
              <a:off x="5349903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0" y="77"/>
                  </a:lnTo>
                  <a:lnTo>
                    <a:pt x="16" y="139"/>
                  </a:lnTo>
                  <a:lnTo>
                    <a:pt x="131" y="77"/>
                  </a:lnTo>
                  <a:lnTo>
                    <a:pt x="131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9"/>
            <p:cNvSpPr/>
            <p:nvPr/>
          </p:nvSpPr>
          <p:spPr>
            <a:xfrm>
              <a:off x="5341557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9"/>
                  </a:cubicBezTo>
                  <a:cubicBezTo>
                    <a:pt x="355" y="509"/>
                    <a:pt x="317" y="617"/>
                    <a:pt x="224" y="617"/>
                  </a:cubicBezTo>
                  <a:cubicBezTo>
                    <a:pt x="140" y="617"/>
                    <a:pt x="86" y="517"/>
                    <a:pt x="86" y="347"/>
                  </a:cubicBezTo>
                  <a:cubicBezTo>
                    <a:pt x="86" y="170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24"/>
                    <a:pt x="1" y="347"/>
                  </a:cubicBezTo>
                  <a:cubicBezTo>
                    <a:pt x="1" y="563"/>
                    <a:pt x="93" y="686"/>
                    <a:pt x="217" y="686"/>
                  </a:cubicBezTo>
                  <a:cubicBezTo>
                    <a:pt x="363" y="686"/>
                    <a:pt x="448" y="563"/>
                    <a:pt x="448" y="339"/>
                  </a:cubicBezTo>
                  <a:cubicBezTo>
                    <a:pt x="448" y="124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9"/>
            <p:cNvSpPr/>
            <p:nvPr/>
          </p:nvSpPr>
          <p:spPr>
            <a:xfrm>
              <a:off x="5349903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1"/>
                  </a:moveTo>
                  <a:lnTo>
                    <a:pt x="0" y="85"/>
                  </a:lnTo>
                  <a:lnTo>
                    <a:pt x="16" y="147"/>
                  </a:lnTo>
                  <a:lnTo>
                    <a:pt x="131" y="85"/>
                  </a:lnTo>
                  <a:lnTo>
                    <a:pt x="131" y="663"/>
                  </a:lnTo>
                  <a:lnTo>
                    <a:pt x="216" y="66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9"/>
            <p:cNvSpPr/>
            <p:nvPr/>
          </p:nvSpPr>
          <p:spPr>
            <a:xfrm>
              <a:off x="5341557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7" y="70"/>
                    <a:pt x="355" y="170"/>
                    <a:pt x="355" y="331"/>
                  </a:cubicBezTo>
                  <a:cubicBezTo>
                    <a:pt x="355" y="501"/>
                    <a:pt x="317" y="609"/>
                    <a:pt x="224" y="609"/>
                  </a:cubicBezTo>
                  <a:cubicBezTo>
                    <a:pt x="140" y="609"/>
                    <a:pt x="86" y="509"/>
                    <a:pt x="86" y="339"/>
                  </a:cubicBezTo>
                  <a:cubicBezTo>
                    <a:pt x="86" y="162"/>
                    <a:pt x="147" y="70"/>
                    <a:pt x="224" y="70"/>
                  </a:cubicBezTo>
                  <a:close/>
                  <a:moveTo>
                    <a:pt x="232" y="0"/>
                  </a:moveTo>
                  <a:cubicBezTo>
                    <a:pt x="93" y="0"/>
                    <a:pt x="1" y="116"/>
                    <a:pt x="1" y="339"/>
                  </a:cubicBezTo>
                  <a:cubicBezTo>
                    <a:pt x="1" y="555"/>
                    <a:pt x="93" y="678"/>
                    <a:pt x="217" y="678"/>
                  </a:cubicBezTo>
                  <a:cubicBezTo>
                    <a:pt x="363" y="678"/>
                    <a:pt x="448" y="555"/>
                    <a:pt x="448" y="331"/>
                  </a:cubicBezTo>
                  <a:cubicBezTo>
                    <a:pt x="448" y="123"/>
                    <a:pt x="363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9"/>
            <p:cNvSpPr/>
            <p:nvPr/>
          </p:nvSpPr>
          <p:spPr>
            <a:xfrm>
              <a:off x="6411510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9"/>
            <p:cNvSpPr/>
            <p:nvPr/>
          </p:nvSpPr>
          <p:spPr>
            <a:xfrm>
              <a:off x="6411510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9"/>
            <p:cNvSpPr/>
            <p:nvPr/>
          </p:nvSpPr>
          <p:spPr>
            <a:xfrm>
              <a:off x="6411510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9"/>
            <p:cNvSpPr/>
            <p:nvPr/>
          </p:nvSpPr>
          <p:spPr>
            <a:xfrm>
              <a:off x="6411510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9"/>
            <p:cNvSpPr/>
            <p:nvPr/>
          </p:nvSpPr>
          <p:spPr>
            <a:xfrm>
              <a:off x="6403283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9"/>
            <p:cNvSpPr/>
            <p:nvPr/>
          </p:nvSpPr>
          <p:spPr>
            <a:xfrm>
              <a:off x="6403283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9"/>
            <p:cNvSpPr/>
            <p:nvPr/>
          </p:nvSpPr>
          <p:spPr>
            <a:xfrm>
              <a:off x="6411510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9"/>
            <p:cNvSpPr/>
            <p:nvPr/>
          </p:nvSpPr>
          <p:spPr>
            <a:xfrm>
              <a:off x="6403283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9"/>
            <p:cNvSpPr/>
            <p:nvPr/>
          </p:nvSpPr>
          <p:spPr>
            <a:xfrm>
              <a:off x="6411510" y="1156713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9"/>
            <p:cNvSpPr/>
            <p:nvPr/>
          </p:nvSpPr>
          <p:spPr>
            <a:xfrm>
              <a:off x="6403283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9"/>
            <p:cNvSpPr/>
            <p:nvPr/>
          </p:nvSpPr>
          <p:spPr>
            <a:xfrm>
              <a:off x="6411510" y="144703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9"/>
            <p:cNvSpPr/>
            <p:nvPr/>
          </p:nvSpPr>
          <p:spPr>
            <a:xfrm>
              <a:off x="6403283" y="1590344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9"/>
            <p:cNvSpPr/>
            <p:nvPr/>
          </p:nvSpPr>
          <p:spPr>
            <a:xfrm>
              <a:off x="6411510" y="1736397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9"/>
            <p:cNvSpPr/>
            <p:nvPr/>
          </p:nvSpPr>
          <p:spPr>
            <a:xfrm>
              <a:off x="6403283" y="187970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2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9"/>
            <p:cNvSpPr/>
            <p:nvPr/>
          </p:nvSpPr>
          <p:spPr>
            <a:xfrm>
              <a:off x="8268784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9"/>
            <p:cNvSpPr/>
            <p:nvPr/>
          </p:nvSpPr>
          <p:spPr>
            <a:xfrm>
              <a:off x="8268784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9"/>
            <p:cNvSpPr/>
            <p:nvPr/>
          </p:nvSpPr>
          <p:spPr>
            <a:xfrm>
              <a:off x="8268784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9"/>
            <p:cNvSpPr/>
            <p:nvPr/>
          </p:nvSpPr>
          <p:spPr>
            <a:xfrm>
              <a:off x="8268784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9"/>
            <p:cNvSpPr/>
            <p:nvPr/>
          </p:nvSpPr>
          <p:spPr>
            <a:xfrm>
              <a:off x="8261392" y="57702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9"/>
            <p:cNvSpPr/>
            <p:nvPr/>
          </p:nvSpPr>
          <p:spPr>
            <a:xfrm>
              <a:off x="8261392" y="722248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9"/>
            <p:cNvSpPr/>
            <p:nvPr/>
          </p:nvSpPr>
          <p:spPr>
            <a:xfrm>
              <a:off x="8268784" y="86830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9"/>
            <p:cNvSpPr/>
            <p:nvPr/>
          </p:nvSpPr>
          <p:spPr>
            <a:xfrm>
              <a:off x="8261392" y="1010660"/>
              <a:ext cx="52460" cy="81909"/>
            </a:xfrm>
            <a:custGeom>
              <a:avLst/>
              <a:gdLst/>
              <a:ahLst/>
              <a:cxnLst/>
              <a:rect l="l" t="t" r="r" b="b"/>
              <a:pathLst>
                <a:path w="440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09" y="617"/>
                    <a:pt x="216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3" y="686"/>
                    <a:pt x="440" y="563"/>
                    <a:pt x="440" y="339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9"/>
            <p:cNvSpPr/>
            <p:nvPr/>
          </p:nvSpPr>
          <p:spPr>
            <a:xfrm>
              <a:off x="2697199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9"/>
            <p:cNvSpPr/>
            <p:nvPr/>
          </p:nvSpPr>
          <p:spPr>
            <a:xfrm>
              <a:off x="2697199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9"/>
            <p:cNvSpPr/>
            <p:nvPr/>
          </p:nvSpPr>
          <p:spPr>
            <a:xfrm>
              <a:off x="2697199" y="288618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9"/>
            <p:cNvSpPr/>
            <p:nvPr/>
          </p:nvSpPr>
          <p:spPr>
            <a:xfrm>
              <a:off x="2697199" y="43371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9"/>
            <p:cNvSpPr/>
            <p:nvPr/>
          </p:nvSpPr>
          <p:spPr>
            <a:xfrm>
              <a:off x="2688972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7"/>
                    <a:pt x="93" y="347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1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9"/>
            <p:cNvSpPr/>
            <p:nvPr/>
          </p:nvSpPr>
          <p:spPr>
            <a:xfrm>
              <a:off x="2688972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9"/>
            <p:cNvSpPr/>
            <p:nvPr/>
          </p:nvSpPr>
          <p:spPr>
            <a:xfrm>
              <a:off x="2697199" y="86830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9"/>
            <p:cNvSpPr/>
            <p:nvPr/>
          </p:nvSpPr>
          <p:spPr>
            <a:xfrm>
              <a:off x="2688972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9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7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24"/>
                    <a:pt x="0" y="347"/>
                  </a:cubicBezTo>
                  <a:cubicBezTo>
                    <a:pt x="8" y="563"/>
                    <a:pt x="93" y="686"/>
                    <a:pt x="224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9"/>
            <p:cNvSpPr/>
            <p:nvPr/>
          </p:nvSpPr>
          <p:spPr>
            <a:xfrm>
              <a:off x="2697199" y="1156713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1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9"/>
            <p:cNvSpPr/>
            <p:nvPr/>
          </p:nvSpPr>
          <p:spPr>
            <a:xfrm>
              <a:off x="2688972" y="130097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1" name="Google Shape;2921;p9"/>
          <p:cNvSpPr txBox="1">
            <a:spLocks noGrp="1"/>
          </p:cNvSpPr>
          <p:nvPr>
            <p:ph type="subTitle" idx="1"/>
          </p:nvPr>
        </p:nvSpPr>
        <p:spPr>
          <a:xfrm>
            <a:off x="1084951" y="2249027"/>
            <a:ext cx="4974300" cy="13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22" name="Google Shape;2922;p9"/>
          <p:cNvSpPr txBox="1">
            <a:spLocks noGrp="1"/>
          </p:cNvSpPr>
          <p:nvPr>
            <p:ph type="title"/>
          </p:nvPr>
        </p:nvSpPr>
        <p:spPr>
          <a:xfrm>
            <a:off x="1085099" y="1498100"/>
            <a:ext cx="4974300" cy="79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6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7">
    <p:spTree>
      <p:nvGrpSpPr>
        <p:cNvPr id="1" name="Shape 7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9" name="Google Shape;7959;p25"/>
          <p:cNvGrpSpPr/>
          <p:nvPr/>
        </p:nvGrpSpPr>
        <p:grpSpPr>
          <a:xfrm>
            <a:off x="189" y="52"/>
            <a:ext cx="9144013" cy="5143533"/>
            <a:chOff x="4088025" y="1324225"/>
            <a:chExt cx="1348575" cy="1101800"/>
          </a:xfrm>
        </p:grpSpPr>
        <p:sp>
          <p:nvSpPr>
            <p:cNvPr id="7960" name="Google Shape;7960;p25"/>
            <p:cNvSpPr/>
            <p:nvPr/>
          </p:nvSpPr>
          <p:spPr>
            <a:xfrm>
              <a:off x="4088025" y="24229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1" name="Google Shape;7961;p25"/>
            <p:cNvSpPr/>
            <p:nvPr/>
          </p:nvSpPr>
          <p:spPr>
            <a:xfrm>
              <a:off x="4088025" y="24005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2" name="Google Shape;7962;p25"/>
            <p:cNvSpPr/>
            <p:nvPr/>
          </p:nvSpPr>
          <p:spPr>
            <a:xfrm>
              <a:off x="4088025" y="2378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3" name="Google Shape;7963;p25"/>
            <p:cNvSpPr/>
            <p:nvPr/>
          </p:nvSpPr>
          <p:spPr>
            <a:xfrm>
              <a:off x="4088025" y="23557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4" name="Google Shape;7964;p25"/>
            <p:cNvSpPr/>
            <p:nvPr/>
          </p:nvSpPr>
          <p:spPr>
            <a:xfrm>
              <a:off x="4088025" y="23331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5" name="Google Shape;7965;p25"/>
            <p:cNvSpPr/>
            <p:nvPr/>
          </p:nvSpPr>
          <p:spPr>
            <a:xfrm>
              <a:off x="4088025" y="23108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6" name="Google Shape;7966;p25"/>
            <p:cNvSpPr/>
            <p:nvPr/>
          </p:nvSpPr>
          <p:spPr>
            <a:xfrm>
              <a:off x="4088025" y="22884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7" name="Google Shape;7967;p25"/>
            <p:cNvSpPr/>
            <p:nvPr/>
          </p:nvSpPr>
          <p:spPr>
            <a:xfrm>
              <a:off x="4088025" y="22659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8" name="Google Shape;7968;p25"/>
            <p:cNvSpPr/>
            <p:nvPr/>
          </p:nvSpPr>
          <p:spPr>
            <a:xfrm>
              <a:off x="4088025" y="22436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9" name="Google Shape;7969;p25"/>
            <p:cNvSpPr/>
            <p:nvPr/>
          </p:nvSpPr>
          <p:spPr>
            <a:xfrm>
              <a:off x="4088025" y="2221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0" name="Google Shape;7970;p25"/>
            <p:cNvSpPr/>
            <p:nvPr/>
          </p:nvSpPr>
          <p:spPr>
            <a:xfrm>
              <a:off x="4088025" y="21987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1" name="Google Shape;7971;p25"/>
            <p:cNvSpPr/>
            <p:nvPr/>
          </p:nvSpPr>
          <p:spPr>
            <a:xfrm>
              <a:off x="4088025" y="21761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2" name="Google Shape;7972;p25"/>
            <p:cNvSpPr/>
            <p:nvPr/>
          </p:nvSpPr>
          <p:spPr>
            <a:xfrm>
              <a:off x="4088025" y="21538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3" name="Google Shape;7973;p25"/>
            <p:cNvSpPr/>
            <p:nvPr/>
          </p:nvSpPr>
          <p:spPr>
            <a:xfrm>
              <a:off x="4088025" y="21314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4" name="Google Shape;7974;p25"/>
            <p:cNvSpPr/>
            <p:nvPr/>
          </p:nvSpPr>
          <p:spPr>
            <a:xfrm>
              <a:off x="4088025" y="21089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5" name="Google Shape;7975;p25"/>
            <p:cNvSpPr/>
            <p:nvPr/>
          </p:nvSpPr>
          <p:spPr>
            <a:xfrm>
              <a:off x="4088025" y="20866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6" name="Google Shape;7976;p25"/>
            <p:cNvSpPr/>
            <p:nvPr/>
          </p:nvSpPr>
          <p:spPr>
            <a:xfrm>
              <a:off x="4088025" y="2064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7" name="Google Shape;7977;p25"/>
            <p:cNvSpPr/>
            <p:nvPr/>
          </p:nvSpPr>
          <p:spPr>
            <a:xfrm>
              <a:off x="4088025" y="20417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8" name="Google Shape;7978;p25"/>
            <p:cNvSpPr/>
            <p:nvPr/>
          </p:nvSpPr>
          <p:spPr>
            <a:xfrm>
              <a:off x="4088025" y="20193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9" name="Google Shape;7979;p25"/>
            <p:cNvSpPr/>
            <p:nvPr/>
          </p:nvSpPr>
          <p:spPr>
            <a:xfrm>
              <a:off x="4088025" y="19968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0" name="Google Shape;7980;p25"/>
            <p:cNvSpPr/>
            <p:nvPr/>
          </p:nvSpPr>
          <p:spPr>
            <a:xfrm>
              <a:off x="4088025" y="19745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1" name="Google Shape;7981;p25"/>
            <p:cNvSpPr/>
            <p:nvPr/>
          </p:nvSpPr>
          <p:spPr>
            <a:xfrm>
              <a:off x="4088025" y="1951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2" name="Google Shape;7982;p25"/>
            <p:cNvSpPr/>
            <p:nvPr/>
          </p:nvSpPr>
          <p:spPr>
            <a:xfrm>
              <a:off x="4088025" y="19296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3" name="Google Shape;7983;p25"/>
            <p:cNvSpPr/>
            <p:nvPr/>
          </p:nvSpPr>
          <p:spPr>
            <a:xfrm>
              <a:off x="4088025" y="1907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4" name="Google Shape;7984;p25"/>
            <p:cNvSpPr/>
            <p:nvPr/>
          </p:nvSpPr>
          <p:spPr>
            <a:xfrm>
              <a:off x="4088025" y="18847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5" name="Google Shape;7985;p25"/>
            <p:cNvSpPr/>
            <p:nvPr/>
          </p:nvSpPr>
          <p:spPr>
            <a:xfrm>
              <a:off x="4088025" y="18624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6" name="Google Shape;7986;p25"/>
            <p:cNvSpPr/>
            <p:nvPr/>
          </p:nvSpPr>
          <p:spPr>
            <a:xfrm>
              <a:off x="4088025" y="18398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7" name="Google Shape;7987;p25"/>
            <p:cNvSpPr/>
            <p:nvPr/>
          </p:nvSpPr>
          <p:spPr>
            <a:xfrm>
              <a:off x="4088025" y="18175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8" name="Google Shape;7988;p25"/>
            <p:cNvSpPr/>
            <p:nvPr/>
          </p:nvSpPr>
          <p:spPr>
            <a:xfrm>
              <a:off x="4088025" y="1794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9" name="Google Shape;7989;p25"/>
            <p:cNvSpPr/>
            <p:nvPr/>
          </p:nvSpPr>
          <p:spPr>
            <a:xfrm>
              <a:off x="4088025" y="17726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0" name="Google Shape;7990;p25"/>
            <p:cNvSpPr/>
            <p:nvPr/>
          </p:nvSpPr>
          <p:spPr>
            <a:xfrm>
              <a:off x="4088025" y="1750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1" name="Google Shape;7991;p25"/>
            <p:cNvSpPr/>
            <p:nvPr/>
          </p:nvSpPr>
          <p:spPr>
            <a:xfrm>
              <a:off x="4088025" y="17277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2" name="Google Shape;7992;p25"/>
            <p:cNvSpPr/>
            <p:nvPr/>
          </p:nvSpPr>
          <p:spPr>
            <a:xfrm>
              <a:off x="4088025" y="17054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3" name="Google Shape;7993;p25"/>
            <p:cNvSpPr/>
            <p:nvPr/>
          </p:nvSpPr>
          <p:spPr>
            <a:xfrm>
              <a:off x="4088025" y="1683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4" name="Google Shape;7994;p25"/>
            <p:cNvSpPr/>
            <p:nvPr/>
          </p:nvSpPr>
          <p:spPr>
            <a:xfrm>
              <a:off x="4088025" y="16605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5" name="Google Shape;7995;p25"/>
            <p:cNvSpPr/>
            <p:nvPr/>
          </p:nvSpPr>
          <p:spPr>
            <a:xfrm>
              <a:off x="4088025" y="16381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6" name="Google Shape;7996;p25"/>
            <p:cNvSpPr/>
            <p:nvPr/>
          </p:nvSpPr>
          <p:spPr>
            <a:xfrm>
              <a:off x="4088025" y="1615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7" name="Google Shape;7997;p25"/>
            <p:cNvSpPr/>
            <p:nvPr/>
          </p:nvSpPr>
          <p:spPr>
            <a:xfrm>
              <a:off x="4088025" y="1593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8" name="Google Shape;7998;p25"/>
            <p:cNvSpPr/>
            <p:nvPr/>
          </p:nvSpPr>
          <p:spPr>
            <a:xfrm>
              <a:off x="4088025" y="157095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9" name="Google Shape;7999;p25"/>
            <p:cNvSpPr/>
            <p:nvPr/>
          </p:nvSpPr>
          <p:spPr>
            <a:xfrm>
              <a:off x="4088025" y="15484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0" name="Google Shape;8000;p25"/>
            <p:cNvSpPr/>
            <p:nvPr/>
          </p:nvSpPr>
          <p:spPr>
            <a:xfrm>
              <a:off x="4088025" y="1526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1" name="Google Shape;8001;p25"/>
            <p:cNvSpPr/>
            <p:nvPr/>
          </p:nvSpPr>
          <p:spPr>
            <a:xfrm>
              <a:off x="4088025" y="1503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2" name="Google Shape;8002;p25"/>
            <p:cNvSpPr/>
            <p:nvPr/>
          </p:nvSpPr>
          <p:spPr>
            <a:xfrm>
              <a:off x="4088025" y="14812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3" name="Google Shape;8003;p25"/>
            <p:cNvSpPr/>
            <p:nvPr/>
          </p:nvSpPr>
          <p:spPr>
            <a:xfrm>
              <a:off x="4088025" y="1458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4" name="Google Shape;8004;p25"/>
            <p:cNvSpPr/>
            <p:nvPr/>
          </p:nvSpPr>
          <p:spPr>
            <a:xfrm>
              <a:off x="4088025" y="14363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5" name="Google Shape;8005;p25"/>
            <p:cNvSpPr/>
            <p:nvPr/>
          </p:nvSpPr>
          <p:spPr>
            <a:xfrm>
              <a:off x="4088025" y="14139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6" name="Google Shape;8006;p25"/>
            <p:cNvSpPr/>
            <p:nvPr/>
          </p:nvSpPr>
          <p:spPr>
            <a:xfrm>
              <a:off x="4088025" y="13914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7" name="Google Shape;8007;p25"/>
            <p:cNvSpPr/>
            <p:nvPr/>
          </p:nvSpPr>
          <p:spPr>
            <a:xfrm>
              <a:off x="4088025" y="13691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8" name="Google Shape;8008;p25"/>
            <p:cNvSpPr/>
            <p:nvPr/>
          </p:nvSpPr>
          <p:spPr>
            <a:xfrm>
              <a:off x="4088025" y="1346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9" name="Google Shape;8009;p25"/>
            <p:cNvSpPr/>
            <p:nvPr/>
          </p:nvSpPr>
          <p:spPr>
            <a:xfrm>
              <a:off x="4088025" y="13242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10" name="Google Shape;8010;p25"/>
          <p:cNvGrpSpPr/>
          <p:nvPr/>
        </p:nvGrpSpPr>
        <p:grpSpPr>
          <a:xfrm>
            <a:off x="34718" y="206"/>
            <a:ext cx="9074564" cy="5143474"/>
            <a:chOff x="34718" y="206"/>
            <a:chExt cx="9074564" cy="5143474"/>
          </a:xfrm>
        </p:grpSpPr>
        <p:grpSp>
          <p:nvGrpSpPr>
            <p:cNvPr id="8011" name="Google Shape;8011;p25"/>
            <p:cNvGrpSpPr/>
            <p:nvPr/>
          </p:nvGrpSpPr>
          <p:grpSpPr>
            <a:xfrm>
              <a:off x="565521" y="206"/>
              <a:ext cx="53295" cy="5143474"/>
              <a:chOff x="578867" y="206"/>
              <a:chExt cx="53295" cy="5143474"/>
            </a:xfrm>
          </p:grpSpPr>
          <p:sp>
            <p:nvSpPr>
              <p:cNvPr id="8012" name="Google Shape;8012;p25"/>
              <p:cNvSpPr/>
              <p:nvPr/>
            </p:nvSpPr>
            <p:spPr>
              <a:xfrm>
                <a:off x="587093" y="206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3" name="Google Shape;8013;p25"/>
              <p:cNvSpPr/>
              <p:nvPr/>
            </p:nvSpPr>
            <p:spPr>
              <a:xfrm>
                <a:off x="587093" y="1443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4" name="Google Shape;8014;p25"/>
              <p:cNvSpPr/>
              <p:nvPr/>
            </p:nvSpPr>
            <p:spPr>
              <a:xfrm>
                <a:off x="587093" y="28957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5" name="Google Shape;8015;p25"/>
              <p:cNvSpPr/>
              <p:nvPr/>
            </p:nvSpPr>
            <p:spPr>
              <a:xfrm>
                <a:off x="578867" y="432883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62"/>
                      <a:pt x="362" y="331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39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6" name="Google Shape;8016;p25"/>
              <p:cNvSpPr/>
              <p:nvPr/>
            </p:nvSpPr>
            <p:spPr>
              <a:xfrm>
                <a:off x="578867" y="57702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0"/>
                      <a:pt x="223" y="610"/>
                    </a:cubicBezTo>
                    <a:cubicBezTo>
                      <a:pt x="146" y="610"/>
                      <a:pt x="92" y="517"/>
                      <a:pt x="92" y="348"/>
                    </a:cubicBezTo>
                    <a:cubicBezTo>
                      <a:pt x="92" y="170"/>
                      <a:pt x="146" y="70"/>
                      <a:pt x="223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8"/>
                    </a:cubicBezTo>
                    <a:cubicBezTo>
                      <a:pt x="8" y="563"/>
                      <a:pt x="92" y="679"/>
                      <a:pt x="223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7" name="Google Shape;8017;p25"/>
              <p:cNvSpPr/>
              <p:nvPr/>
            </p:nvSpPr>
            <p:spPr>
              <a:xfrm>
                <a:off x="587093" y="72308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8" name="Google Shape;8018;p25"/>
              <p:cNvSpPr/>
              <p:nvPr/>
            </p:nvSpPr>
            <p:spPr>
              <a:xfrm>
                <a:off x="578867" y="866394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7"/>
                      <a:pt x="223" y="617"/>
                    </a:cubicBezTo>
                    <a:cubicBezTo>
                      <a:pt x="146" y="617"/>
                      <a:pt x="92" y="517"/>
                      <a:pt x="92" y="348"/>
                    </a:cubicBezTo>
                    <a:cubicBezTo>
                      <a:pt x="92" y="170"/>
                      <a:pt x="146" y="70"/>
                      <a:pt x="223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8"/>
                    </a:cubicBezTo>
                    <a:cubicBezTo>
                      <a:pt x="8" y="563"/>
                      <a:pt x="92" y="679"/>
                      <a:pt x="223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9" name="Google Shape;8019;p25"/>
              <p:cNvSpPr/>
              <p:nvPr/>
            </p:nvSpPr>
            <p:spPr>
              <a:xfrm>
                <a:off x="587093" y="101244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0" name="Google Shape;8020;p25"/>
              <p:cNvSpPr/>
              <p:nvPr/>
            </p:nvSpPr>
            <p:spPr>
              <a:xfrm>
                <a:off x="578867" y="115575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0"/>
                      <a:pt x="223" y="610"/>
                    </a:cubicBezTo>
                    <a:cubicBezTo>
                      <a:pt x="146" y="610"/>
                      <a:pt x="92" y="517"/>
                      <a:pt x="92" y="348"/>
                    </a:cubicBezTo>
                    <a:cubicBezTo>
                      <a:pt x="92" y="163"/>
                      <a:pt x="146" y="70"/>
                      <a:pt x="223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8"/>
                    </a:cubicBezTo>
                    <a:cubicBezTo>
                      <a:pt x="8" y="563"/>
                      <a:pt x="92" y="679"/>
                      <a:pt x="223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1" name="Google Shape;8021;p25"/>
              <p:cNvSpPr/>
              <p:nvPr/>
            </p:nvSpPr>
            <p:spPr>
              <a:xfrm>
                <a:off x="578867" y="130097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39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2" name="Google Shape;8022;p25"/>
              <p:cNvSpPr/>
              <p:nvPr/>
            </p:nvSpPr>
            <p:spPr>
              <a:xfrm>
                <a:off x="587093" y="144703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3" name="Google Shape;8023;p25"/>
              <p:cNvSpPr/>
              <p:nvPr/>
            </p:nvSpPr>
            <p:spPr>
              <a:xfrm>
                <a:off x="587093" y="159117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4" name="Google Shape;8024;p25"/>
              <p:cNvSpPr/>
              <p:nvPr/>
            </p:nvSpPr>
            <p:spPr>
              <a:xfrm>
                <a:off x="587093" y="1736397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5" name="Google Shape;8025;p25"/>
              <p:cNvSpPr/>
              <p:nvPr/>
            </p:nvSpPr>
            <p:spPr>
              <a:xfrm>
                <a:off x="578867" y="187970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62"/>
                      <a:pt x="362" y="332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39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6" name="Google Shape;8026;p25"/>
              <p:cNvSpPr/>
              <p:nvPr/>
            </p:nvSpPr>
            <p:spPr>
              <a:xfrm>
                <a:off x="587093" y="202576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7" name="Google Shape;8027;p25"/>
              <p:cNvSpPr/>
              <p:nvPr/>
            </p:nvSpPr>
            <p:spPr>
              <a:xfrm>
                <a:off x="587093" y="2170028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8" name="Google Shape;8028;p25"/>
              <p:cNvSpPr/>
              <p:nvPr/>
            </p:nvSpPr>
            <p:spPr>
              <a:xfrm>
                <a:off x="578867" y="231322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7"/>
                      <a:pt x="223" y="617"/>
                    </a:cubicBezTo>
                    <a:cubicBezTo>
                      <a:pt x="146" y="617"/>
                      <a:pt x="92" y="517"/>
                      <a:pt x="92" y="348"/>
                    </a:cubicBezTo>
                    <a:cubicBezTo>
                      <a:pt x="92" y="170"/>
                      <a:pt x="146" y="70"/>
                      <a:pt x="223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8"/>
                    </a:cubicBezTo>
                    <a:cubicBezTo>
                      <a:pt x="8" y="563"/>
                      <a:pt x="92" y="679"/>
                      <a:pt x="223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9" name="Google Shape;8029;p25"/>
              <p:cNvSpPr/>
              <p:nvPr/>
            </p:nvSpPr>
            <p:spPr>
              <a:xfrm>
                <a:off x="587093" y="245939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0" name="Google Shape;8030;p25"/>
              <p:cNvSpPr/>
              <p:nvPr/>
            </p:nvSpPr>
            <p:spPr>
              <a:xfrm>
                <a:off x="578867" y="2602704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3" y="609"/>
                    </a:cubicBezTo>
                    <a:cubicBezTo>
                      <a:pt x="146" y="609"/>
                      <a:pt x="92" y="516"/>
                      <a:pt x="92" y="347"/>
                    </a:cubicBezTo>
                    <a:cubicBezTo>
                      <a:pt x="92" y="170"/>
                      <a:pt x="146" y="69"/>
                      <a:pt x="223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47"/>
                    </a:cubicBezTo>
                    <a:cubicBezTo>
                      <a:pt x="8" y="562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1" name="Google Shape;8031;p25"/>
              <p:cNvSpPr/>
              <p:nvPr/>
            </p:nvSpPr>
            <p:spPr>
              <a:xfrm>
                <a:off x="587093" y="2748758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2" name="Google Shape;8032;p25"/>
              <p:cNvSpPr/>
              <p:nvPr/>
            </p:nvSpPr>
            <p:spPr>
              <a:xfrm>
                <a:off x="578867" y="289206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16"/>
                      <a:pt x="223" y="616"/>
                    </a:cubicBezTo>
                    <a:cubicBezTo>
                      <a:pt x="146" y="616"/>
                      <a:pt x="92" y="516"/>
                      <a:pt x="92" y="347"/>
                    </a:cubicBezTo>
                    <a:cubicBezTo>
                      <a:pt x="92" y="170"/>
                      <a:pt x="146" y="69"/>
                      <a:pt x="223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47"/>
                    </a:cubicBezTo>
                    <a:cubicBezTo>
                      <a:pt x="8" y="562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3" name="Google Shape;8033;p25"/>
              <p:cNvSpPr/>
              <p:nvPr/>
            </p:nvSpPr>
            <p:spPr>
              <a:xfrm>
                <a:off x="587093" y="303812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4" name="Google Shape;8034;p25"/>
              <p:cNvSpPr/>
              <p:nvPr/>
            </p:nvSpPr>
            <p:spPr>
              <a:xfrm>
                <a:off x="578867" y="318143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16"/>
                      <a:pt x="223" y="616"/>
                    </a:cubicBezTo>
                    <a:cubicBezTo>
                      <a:pt x="146" y="616"/>
                      <a:pt x="92" y="516"/>
                      <a:pt x="92" y="347"/>
                    </a:cubicBezTo>
                    <a:cubicBezTo>
                      <a:pt x="92" y="170"/>
                      <a:pt x="146" y="69"/>
                      <a:pt x="223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47"/>
                    </a:cubicBezTo>
                    <a:cubicBezTo>
                      <a:pt x="8" y="563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5" name="Google Shape;8035;p25"/>
              <p:cNvSpPr/>
              <p:nvPr/>
            </p:nvSpPr>
            <p:spPr>
              <a:xfrm>
                <a:off x="578867" y="332653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39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6" name="Google Shape;8036;p25"/>
              <p:cNvSpPr/>
              <p:nvPr/>
            </p:nvSpPr>
            <p:spPr>
              <a:xfrm>
                <a:off x="587093" y="347258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8"/>
                    </a:lnTo>
                    <a:lnTo>
                      <a:pt x="23" y="139"/>
                    </a:lnTo>
                    <a:lnTo>
                      <a:pt x="131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7" name="Google Shape;8037;p25"/>
              <p:cNvSpPr/>
              <p:nvPr/>
            </p:nvSpPr>
            <p:spPr>
              <a:xfrm>
                <a:off x="578867" y="361590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39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8" name="Google Shape;8038;p25"/>
              <p:cNvSpPr/>
              <p:nvPr/>
            </p:nvSpPr>
            <p:spPr>
              <a:xfrm>
                <a:off x="578867" y="376016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3" y="609"/>
                    </a:cubicBezTo>
                    <a:cubicBezTo>
                      <a:pt x="146" y="609"/>
                      <a:pt x="92" y="516"/>
                      <a:pt x="92" y="347"/>
                    </a:cubicBezTo>
                    <a:cubicBezTo>
                      <a:pt x="92" y="170"/>
                      <a:pt x="146" y="69"/>
                      <a:pt x="223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47"/>
                    </a:cubicBezTo>
                    <a:cubicBezTo>
                      <a:pt x="8" y="563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9" name="Google Shape;8039;p25"/>
              <p:cNvSpPr/>
              <p:nvPr/>
            </p:nvSpPr>
            <p:spPr>
              <a:xfrm>
                <a:off x="578867" y="390526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39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2" y="678"/>
                      <a:pt x="223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0" name="Google Shape;8040;p25"/>
              <p:cNvSpPr/>
              <p:nvPr/>
            </p:nvSpPr>
            <p:spPr>
              <a:xfrm>
                <a:off x="587093" y="405131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39"/>
                    </a:lnTo>
                    <a:lnTo>
                      <a:pt x="131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1" name="Google Shape;8041;p25"/>
              <p:cNvSpPr/>
              <p:nvPr/>
            </p:nvSpPr>
            <p:spPr>
              <a:xfrm>
                <a:off x="587093" y="419558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2" name="Google Shape;8042;p25"/>
              <p:cNvSpPr/>
              <p:nvPr/>
            </p:nvSpPr>
            <p:spPr>
              <a:xfrm>
                <a:off x="587093" y="434068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39"/>
                    </a:lnTo>
                    <a:lnTo>
                      <a:pt x="131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3" name="Google Shape;8043;p25"/>
              <p:cNvSpPr/>
              <p:nvPr/>
            </p:nvSpPr>
            <p:spPr>
              <a:xfrm>
                <a:off x="578867" y="448399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40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16"/>
                      <a:pt x="0" y="340"/>
                    </a:cubicBezTo>
                    <a:cubicBezTo>
                      <a:pt x="8" y="555"/>
                      <a:pt x="92" y="679"/>
                      <a:pt x="223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4" name="Google Shape;8044;p25"/>
              <p:cNvSpPr/>
              <p:nvPr/>
            </p:nvSpPr>
            <p:spPr>
              <a:xfrm>
                <a:off x="587093" y="463004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39"/>
                    </a:lnTo>
                    <a:lnTo>
                      <a:pt x="131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5" name="Google Shape;8045;p25"/>
              <p:cNvSpPr/>
              <p:nvPr/>
            </p:nvSpPr>
            <p:spPr>
              <a:xfrm>
                <a:off x="578867" y="477336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40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16"/>
                      <a:pt x="0" y="340"/>
                    </a:cubicBezTo>
                    <a:cubicBezTo>
                      <a:pt x="8" y="555"/>
                      <a:pt x="92" y="679"/>
                      <a:pt x="223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6" name="Google Shape;8046;p25"/>
              <p:cNvSpPr/>
              <p:nvPr/>
            </p:nvSpPr>
            <p:spPr>
              <a:xfrm>
                <a:off x="587093" y="491941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39"/>
                    </a:lnTo>
                    <a:lnTo>
                      <a:pt x="131" y="78"/>
                    </a:lnTo>
                    <a:lnTo>
                      <a:pt x="139" y="78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7" name="Google Shape;8047;p25"/>
              <p:cNvSpPr/>
              <p:nvPr/>
            </p:nvSpPr>
            <p:spPr>
              <a:xfrm>
                <a:off x="578867" y="506272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3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3" y="609"/>
                    </a:cubicBezTo>
                    <a:cubicBezTo>
                      <a:pt x="146" y="609"/>
                      <a:pt x="92" y="509"/>
                      <a:pt x="92" y="340"/>
                    </a:cubicBezTo>
                    <a:cubicBezTo>
                      <a:pt x="92" y="162"/>
                      <a:pt x="146" y="70"/>
                      <a:pt x="223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16"/>
                      <a:pt x="0" y="340"/>
                    </a:cubicBezTo>
                    <a:cubicBezTo>
                      <a:pt x="8" y="555"/>
                      <a:pt x="92" y="679"/>
                      <a:pt x="223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48" name="Google Shape;8048;p25"/>
            <p:cNvGrpSpPr/>
            <p:nvPr/>
          </p:nvGrpSpPr>
          <p:grpSpPr>
            <a:xfrm>
              <a:off x="8525900" y="206"/>
              <a:ext cx="53414" cy="5143474"/>
              <a:chOff x="8511811" y="206"/>
              <a:chExt cx="53414" cy="5143474"/>
            </a:xfrm>
          </p:grpSpPr>
          <p:sp>
            <p:nvSpPr>
              <p:cNvPr id="8049" name="Google Shape;8049;p25"/>
              <p:cNvSpPr/>
              <p:nvPr/>
            </p:nvSpPr>
            <p:spPr>
              <a:xfrm>
                <a:off x="8520038" y="206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0" name="Google Shape;8050;p25"/>
              <p:cNvSpPr/>
              <p:nvPr/>
            </p:nvSpPr>
            <p:spPr>
              <a:xfrm>
                <a:off x="8520038" y="14435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1" name="Google Shape;8051;p25"/>
              <p:cNvSpPr/>
              <p:nvPr/>
            </p:nvSpPr>
            <p:spPr>
              <a:xfrm>
                <a:off x="8520038" y="28957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2" name="Google Shape;8052;p25"/>
              <p:cNvSpPr/>
              <p:nvPr/>
            </p:nvSpPr>
            <p:spPr>
              <a:xfrm>
                <a:off x="8511811" y="432883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62"/>
                      <a:pt x="355" y="331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3" name="Google Shape;8053;p25"/>
              <p:cNvSpPr/>
              <p:nvPr/>
            </p:nvSpPr>
            <p:spPr>
              <a:xfrm>
                <a:off x="8511811" y="57702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4" name="Google Shape;8054;p25"/>
              <p:cNvSpPr/>
              <p:nvPr/>
            </p:nvSpPr>
            <p:spPr>
              <a:xfrm>
                <a:off x="8520038" y="72308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5" name="Google Shape;8055;p25"/>
              <p:cNvSpPr/>
              <p:nvPr/>
            </p:nvSpPr>
            <p:spPr>
              <a:xfrm>
                <a:off x="8511811" y="86639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7"/>
                      <a:pt x="224" y="617"/>
                    </a:cubicBezTo>
                    <a:cubicBezTo>
                      <a:pt x="139" y="617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6" name="Google Shape;8056;p25"/>
              <p:cNvSpPr/>
              <p:nvPr/>
            </p:nvSpPr>
            <p:spPr>
              <a:xfrm>
                <a:off x="8520038" y="101244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7" name="Google Shape;8057;p25"/>
              <p:cNvSpPr/>
              <p:nvPr/>
            </p:nvSpPr>
            <p:spPr>
              <a:xfrm>
                <a:off x="8511811" y="115575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63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8" name="Google Shape;8058;p25"/>
              <p:cNvSpPr/>
              <p:nvPr/>
            </p:nvSpPr>
            <p:spPr>
              <a:xfrm>
                <a:off x="8511811" y="130097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9" name="Google Shape;8059;p25"/>
              <p:cNvSpPr/>
              <p:nvPr/>
            </p:nvSpPr>
            <p:spPr>
              <a:xfrm>
                <a:off x="8520038" y="144703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0" name="Google Shape;8060;p25"/>
              <p:cNvSpPr/>
              <p:nvPr/>
            </p:nvSpPr>
            <p:spPr>
              <a:xfrm>
                <a:off x="8520038" y="159117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1" name="Google Shape;8061;p25"/>
              <p:cNvSpPr/>
              <p:nvPr/>
            </p:nvSpPr>
            <p:spPr>
              <a:xfrm>
                <a:off x="8520038" y="1736397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2" name="Google Shape;8062;p25"/>
              <p:cNvSpPr/>
              <p:nvPr/>
            </p:nvSpPr>
            <p:spPr>
              <a:xfrm>
                <a:off x="8511811" y="187970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62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3" name="Google Shape;8063;p25"/>
              <p:cNvSpPr/>
              <p:nvPr/>
            </p:nvSpPr>
            <p:spPr>
              <a:xfrm>
                <a:off x="8520038" y="202576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4" name="Google Shape;8064;p25"/>
              <p:cNvSpPr/>
              <p:nvPr/>
            </p:nvSpPr>
            <p:spPr>
              <a:xfrm>
                <a:off x="8520038" y="2170028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5" name="Google Shape;8065;p25"/>
              <p:cNvSpPr/>
              <p:nvPr/>
            </p:nvSpPr>
            <p:spPr>
              <a:xfrm>
                <a:off x="8511811" y="231322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7"/>
                      <a:pt x="224" y="617"/>
                    </a:cubicBezTo>
                    <a:cubicBezTo>
                      <a:pt x="139" y="617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6" name="Google Shape;8066;p25"/>
              <p:cNvSpPr/>
              <p:nvPr/>
            </p:nvSpPr>
            <p:spPr>
              <a:xfrm>
                <a:off x="8520038" y="245939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7" name="Google Shape;8067;p25"/>
              <p:cNvSpPr/>
              <p:nvPr/>
            </p:nvSpPr>
            <p:spPr>
              <a:xfrm>
                <a:off x="8511811" y="260270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2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8" name="Google Shape;8068;p25"/>
              <p:cNvSpPr/>
              <p:nvPr/>
            </p:nvSpPr>
            <p:spPr>
              <a:xfrm>
                <a:off x="8520038" y="2748758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9" name="Google Shape;8069;p25"/>
              <p:cNvSpPr/>
              <p:nvPr/>
            </p:nvSpPr>
            <p:spPr>
              <a:xfrm>
                <a:off x="8511811" y="289206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16"/>
                      <a:pt x="224" y="616"/>
                    </a:cubicBezTo>
                    <a:cubicBezTo>
                      <a:pt x="139" y="616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2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0" name="Google Shape;8070;p25"/>
              <p:cNvSpPr/>
              <p:nvPr/>
            </p:nvSpPr>
            <p:spPr>
              <a:xfrm>
                <a:off x="8520038" y="303812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1" name="Google Shape;8071;p25"/>
              <p:cNvSpPr/>
              <p:nvPr/>
            </p:nvSpPr>
            <p:spPr>
              <a:xfrm>
                <a:off x="8511811" y="31814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16"/>
                      <a:pt x="224" y="616"/>
                    </a:cubicBezTo>
                    <a:cubicBezTo>
                      <a:pt x="139" y="616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3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2" name="Google Shape;8072;p25"/>
              <p:cNvSpPr/>
              <p:nvPr/>
            </p:nvSpPr>
            <p:spPr>
              <a:xfrm>
                <a:off x="8511811" y="33265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3" name="Google Shape;8073;p25"/>
              <p:cNvSpPr/>
              <p:nvPr/>
            </p:nvSpPr>
            <p:spPr>
              <a:xfrm>
                <a:off x="8520038" y="347258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4" name="Google Shape;8074;p25"/>
              <p:cNvSpPr/>
              <p:nvPr/>
            </p:nvSpPr>
            <p:spPr>
              <a:xfrm>
                <a:off x="8511811" y="361590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5" name="Google Shape;8075;p25"/>
              <p:cNvSpPr/>
              <p:nvPr/>
            </p:nvSpPr>
            <p:spPr>
              <a:xfrm>
                <a:off x="8511811" y="37601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3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6" name="Google Shape;8076;p25"/>
              <p:cNvSpPr/>
              <p:nvPr/>
            </p:nvSpPr>
            <p:spPr>
              <a:xfrm>
                <a:off x="8511811" y="39052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7" name="Google Shape;8077;p25"/>
              <p:cNvSpPr/>
              <p:nvPr/>
            </p:nvSpPr>
            <p:spPr>
              <a:xfrm>
                <a:off x="8520038" y="405131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8" name="Google Shape;8078;p25"/>
              <p:cNvSpPr/>
              <p:nvPr/>
            </p:nvSpPr>
            <p:spPr>
              <a:xfrm>
                <a:off x="8520038" y="419558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9" name="Google Shape;8079;p25"/>
              <p:cNvSpPr/>
              <p:nvPr/>
            </p:nvSpPr>
            <p:spPr>
              <a:xfrm>
                <a:off x="8520038" y="434068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0" name="Google Shape;8080;p25"/>
              <p:cNvSpPr/>
              <p:nvPr/>
            </p:nvSpPr>
            <p:spPr>
              <a:xfrm>
                <a:off x="8511811" y="448399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40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16"/>
                      <a:pt x="0" y="340"/>
                    </a:cubicBezTo>
                    <a:cubicBezTo>
                      <a:pt x="0" y="555"/>
                      <a:pt x="85" y="679"/>
                      <a:pt x="216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1" name="Google Shape;8081;p25"/>
              <p:cNvSpPr/>
              <p:nvPr/>
            </p:nvSpPr>
            <p:spPr>
              <a:xfrm>
                <a:off x="8520038" y="463004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2" name="Google Shape;8082;p25"/>
              <p:cNvSpPr/>
              <p:nvPr/>
            </p:nvSpPr>
            <p:spPr>
              <a:xfrm>
                <a:off x="8511811" y="477336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40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16"/>
                      <a:pt x="0" y="340"/>
                    </a:cubicBezTo>
                    <a:cubicBezTo>
                      <a:pt x="0" y="555"/>
                      <a:pt x="85" y="679"/>
                      <a:pt x="216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3" name="Google Shape;8083;p25"/>
              <p:cNvSpPr/>
              <p:nvPr/>
            </p:nvSpPr>
            <p:spPr>
              <a:xfrm>
                <a:off x="8520038" y="491941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4" name="Google Shape;8084;p25"/>
              <p:cNvSpPr/>
              <p:nvPr/>
            </p:nvSpPr>
            <p:spPr>
              <a:xfrm>
                <a:off x="8511811" y="506272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40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16"/>
                      <a:pt x="0" y="340"/>
                    </a:cubicBezTo>
                    <a:cubicBezTo>
                      <a:pt x="0" y="555"/>
                      <a:pt x="85" y="679"/>
                      <a:pt x="216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85" name="Google Shape;8085;p25"/>
            <p:cNvGrpSpPr/>
            <p:nvPr/>
          </p:nvGrpSpPr>
          <p:grpSpPr>
            <a:xfrm>
              <a:off x="8791361" y="206"/>
              <a:ext cx="53414" cy="5143474"/>
              <a:chOff x="8712171" y="206"/>
              <a:chExt cx="53414" cy="5143474"/>
            </a:xfrm>
          </p:grpSpPr>
          <p:sp>
            <p:nvSpPr>
              <p:cNvPr id="8086" name="Google Shape;8086;p25"/>
              <p:cNvSpPr/>
              <p:nvPr/>
            </p:nvSpPr>
            <p:spPr>
              <a:xfrm>
                <a:off x="8720398" y="206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7" name="Google Shape;8087;p25"/>
              <p:cNvSpPr/>
              <p:nvPr/>
            </p:nvSpPr>
            <p:spPr>
              <a:xfrm>
                <a:off x="8720398" y="144353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8" name="Google Shape;8088;p25"/>
              <p:cNvSpPr/>
              <p:nvPr/>
            </p:nvSpPr>
            <p:spPr>
              <a:xfrm>
                <a:off x="8720398" y="289572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9" name="Google Shape;8089;p25"/>
              <p:cNvSpPr/>
              <p:nvPr/>
            </p:nvSpPr>
            <p:spPr>
              <a:xfrm>
                <a:off x="8712171" y="432883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62"/>
                      <a:pt x="363" y="331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0" name="Google Shape;8090;p25"/>
              <p:cNvSpPr/>
              <p:nvPr/>
            </p:nvSpPr>
            <p:spPr>
              <a:xfrm>
                <a:off x="8712171" y="57702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0"/>
                      <a:pt x="224" y="610"/>
                    </a:cubicBezTo>
                    <a:cubicBezTo>
                      <a:pt x="147" y="610"/>
                      <a:pt x="93" y="517"/>
                      <a:pt x="93" y="348"/>
                    </a:cubicBezTo>
                    <a:cubicBezTo>
                      <a:pt x="93" y="170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1" name="Google Shape;8091;p25"/>
              <p:cNvSpPr/>
              <p:nvPr/>
            </p:nvSpPr>
            <p:spPr>
              <a:xfrm>
                <a:off x="8720398" y="723083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2" name="Google Shape;8092;p25"/>
              <p:cNvSpPr/>
              <p:nvPr/>
            </p:nvSpPr>
            <p:spPr>
              <a:xfrm>
                <a:off x="8712171" y="86639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7"/>
                      <a:pt x="224" y="617"/>
                    </a:cubicBezTo>
                    <a:cubicBezTo>
                      <a:pt x="147" y="617"/>
                      <a:pt x="93" y="517"/>
                      <a:pt x="93" y="348"/>
                    </a:cubicBezTo>
                    <a:cubicBezTo>
                      <a:pt x="93" y="170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3" name="Google Shape;8093;p25"/>
              <p:cNvSpPr/>
              <p:nvPr/>
            </p:nvSpPr>
            <p:spPr>
              <a:xfrm>
                <a:off x="8720398" y="101244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4" name="Google Shape;8094;p25"/>
              <p:cNvSpPr/>
              <p:nvPr/>
            </p:nvSpPr>
            <p:spPr>
              <a:xfrm>
                <a:off x="8712171" y="115575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0"/>
                      <a:pt x="224" y="610"/>
                    </a:cubicBezTo>
                    <a:cubicBezTo>
                      <a:pt x="147" y="610"/>
                      <a:pt x="93" y="517"/>
                      <a:pt x="93" y="348"/>
                    </a:cubicBezTo>
                    <a:cubicBezTo>
                      <a:pt x="93" y="163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5" name="Google Shape;8095;p25"/>
              <p:cNvSpPr/>
              <p:nvPr/>
            </p:nvSpPr>
            <p:spPr>
              <a:xfrm>
                <a:off x="8712171" y="130097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6" name="Google Shape;8096;p25"/>
              <p:cNvSpPr/>
              <p:nvPr/>
            </p:nvSpPr>
            <p:spPr>
              <a:xfrm>
                <a:off x="8720398" y="1447032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7" name="Google Shape;8097;p25"/>
              <p:cNvSpPr/>
              <p:nvPr/>
            </p:nvSpPr>
            <p:spPr>
              <a:xfrm>
                <a:off x="8720398" y="159117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8" name="Google Shape;8098;p25"/>
              <p:cNvSpPr/>
              <p:nvPr/>
            </p:nvSpPr>
            <p:spPr>
              <a:xfrm>
                <a:off x="8720398" y="1736397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9" name="Google Shape;8099;p25"/>
              <p:cNvSpPr/>
              <p:nvPr/>
            </p:nvSpPr>
            <p:spPr>
              <a:xfrm>
                <a:off x="8712171" y="187970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62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0" name="Google Shape;8100;p25"/>
              <p:cNvSpPr/>
              <p:nvPr/>
            </p:nvSpPr>
            <p:spPr>
              <a:xfrm>
                <a:off x="8720398" y="2025762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1" name="Google Shape;8101;p25"/>
              <p:cNvSpPr/>
              <p:nvPr/>
            </p:nvSpPr>
            <p:spPr>
              <a:xfrm>
                <a:off x="8720398" y="2170028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2" name="Google Shape;8102;p25"/>
              <p:cNvSpPr/>
              <p:nvPr/>
            </p:nvSpPr>
            <p:spPr>
              <a:xfrm>
                <a:off x="8712171" y="231322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7"/>
                      <a:pt x="224" y="617"/>
                    </a:cubicBezTo>
                    <a:cubicBezTo>
                      <a:pt x="147" y="617"/>
                      <a:pt x="93" y="517"/>
                      <a:pt x="93" y="348"/>
                    </a:cubicBezTo>
                    <a:cubicBezTo>
                      <a:pt x="93" y="170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3" name="Google Shape;8103;p25"/>
              <p:cNvSpPr/>
              <p:nvPr/>
            </p:nvSpPr>
            <p:spPr>
              <a:xfrm>
                <a:off x="8720398" y="2459393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4" name="Google Shape;8104;p25"/>
              <p:cNvSpPr/>
              <p:nvPr/>
            </p:nvSpPr>
            <p:spPr>
              <a:xfrm>
                <a:off x="8712171" y="260270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09"/>
                      <a:pt x="224" y="609"/>
                    </a:cubicBezTo>
                    <a:cubicBezTo>
                      <a:pt x="147" y="609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2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5" name="Google Shape;8105;p25"/>
              <p:cNvSpPr/>
              <p:nvPr/>
            </p:nvSpPr>
            <p:spPr>
              <a:xfrm>
                <a:off x="8720398" y="2748758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6" name="Google Shape;8106;p25"/>
              <p:cNvSpPr/>
              <p:nvPr/>
            </p:nvSpPr>
            <p:spPr>
              <a:xfrm>
                <a:off x="8712171" y="289206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16"/>
                      <a:pt x="224" y="616"/>
                    </a:cubicBezTo>
                    <a:cubicBezTo>
                      <a:pt x="147" y="616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2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7" name="Google Shape;8107;p25"/>
              <p:cNvSpPr/>
              <p:nvPr/>
            </p:nvSpPr>
            <p:spPr>
              <a:xfrm>
                <a:off x="8720398" y="3038123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8" name="Google Shape;8108;p25"/>
              <p:cNvSpPr/>
              <p:nvPr/>
            </p:nvSpPr>
            <p:spPr>
              <a:xfrm>
                <a:off x="8712171" y="31814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16"/>
                      <a:pt x="224" y="616"/>
                    </a:cubicBezTo>
                    <a:cubicBezTo>
                      <a:pt x="147" y="616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9" name="Google Shape;8109;p25"/>
              <p:cNvSpPr/>
              <p:nvPr/>
            </p:nvSpPr>
            <p:spPr>
              <a:xfrm>
                <a:off x="8712171" y="33265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0" name="Google Shape;8110;p25"/>
              <p:cNvSpPr/>
              <p:nvPr/>
            </p:nvSpPr>
            <p:spPr>
              <a:xfrm>
                <a:off x="8720398" y="347258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1" name="Google Shape;8111;p25"/>
              <p:cNvSpPr/>
              <p:nvPr/>
            </p:nvSpPr>
            <p:spPr>
              <a:xfrm>
                <a:off x="8712171" y="361590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2" name="Google Shape;8112;p25"/>
              <p:cNvSpPr/>
              <p:nvPr/>
            </p:nvSpPr>
            <p:spPr>
              <a:xfrm>
                <a:off x="8712171" y="37601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09"/>
                      <a:pt x="224" y="609"/>
                    </a:cubicBezTo>
                    <a:cubicBezTo>
                      <a:pt x="147" y="609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3" name="Google Shape;8113;p25"/>
              <p:cNvSpPr/>
              <p:nvPr/>
            </p:nvSpPr>
            <p:spPr>
              <a:xfrm>
                <a:off x="8712171" y="39052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4" name="Google Shape;8114;p25"/>
              <p:cNvSpPr/>
              <p:nvPr/>
            </p:nvSpPr>
            <p:spPr>
              <a:xfrm>
                <a:off x="8720398" y="405131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5" name="Google Shape;8115;p25"/>
              <p:cNvSpPr/>
              <p:nvPr/>
            </p:nvSpPr>
            <p:spPr>
              <a:xfrm>
                <a:off x="8720398" y="4195584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7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6" name="Google Shape;8116;p25"/>
              <p:cNvSpPr/>
              <p:nvPr/>
            </p:nvSpPr>
            <p:spPr>
              <a:xfrm>
                <a:off x="8720398" y="4340684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7" name="Google Shape;8117;p25"/>
              <p:cNvSpPr/>
              <p:nvPr/>
            </p:nvSpPr>
            <p:spPr>
              <a:xfrm>
                <a:off x="8712171" y="448399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40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16"/>
                      <a:pt x="0" y="340"/>
                    </a:cubicBezTo>
                    <a:cubicBezTo>
                      <a:pt x="8" y="555"/>
                      <a:pt x="93" y="679"/>
                      <a:pt x="224" y="679"/>
                    </a:cubicBezTo>
                    <a:cubicBezTo>
                      <a:pt x="370" y="679"/>
                      <a:pt x="447" y="555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8" name="Google Shape;8118;p25"/>
              <p:cNvSpPr/>
              <p:nvPr/>
            </p:nvSpPr>
            <p:spPr>
              <a:xfrm>
                <a:off x="8720398" y="4630049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9" name="Google Shape;8119;p25"/>
              <p:cNvSpPr/>
              <p:nvPr/>
            </p:nvSpPr>
            <p:spPr>
              <a:xfrm>
                <a:off x="8712171" y="477336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40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16"/>
                      <a:pt x="0" y="340"/>
                    </a:cubicBezTo>
                    <a:cubicBezTo>
                      <a:pt x="8" y="555"/>
                      <a:pt x="93" y="679"/>
                      <a:pt x="224" y="679"/>
                    </a:cubicBezTo>
                    <a:cubicBezTo>
                      <a:pt x="370" y="679"/>
                      <a:pt x="447" y="555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0" name="Google Shape;8120;p25"/>
              <p:cNvSpPr/>
              <p:nvPr/>
            </p:nvSpPr>
            <p:spPr>
              <a:xfrm>
                <a:off x="8720398" y="4919414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1" name="Google Shape;8121;p25"/>
              <p:cNvSpPr/>
              <p:nvPr/>
            </p:nvSpPr>
            <p:spPr>
              <a:xfrm>
                <a:off x="8712171" y="506272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40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16"/>
                      <a:pt x="0" y="340"/>
                    </a:cubicBezTo>
                    <a:cubicBezTo>
                      <a:pt x="8" y="555"/>
                      <a:pt x="93" y="679"/>
                      <a:pt x="224" y="679"/>
                    </a:cubicBezTo>
                    <a:cubicBezTo>
                      <a:pt x="370" y="679"/>
                      <a:pt x="447" y="555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22" name="Google Shape;8122;p25"/>
            <p:cNvGrpSpPr/>
            <p:nvPr/>
          </p:nvGrpSpPr>
          <p:grpSpPr>
            <a:xfrm>
              <a:off x="34718" y="206"/>
              <a:ext cx="53295" cy="4852321"/>
              <a:chOff x="62135" y="206"/>
              <a:chExt cx="53295" cy="4852321"/>
            </a:xfrm>
          </p:grpSpPr>
          <p:sp>
            <p:nvSpPr>
              <p:cNvPr id="8123" name="Google Shape;8123;p25"/>
              <p:cNvSpPr/>
              <p:nvPr/>
            </p:nvSpPr>
            <p:spPr>
              <a:xfrm>
                <a:off x="70362" y="206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4" name="Google Shape;8124;p25"/>
              <p:cNvSpPr/>
              <p:nvPr/>
            </p:nvSpPr>
            <p:spPr>
              <a:xfrm>
                <a:off x="70362" y="1443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5" name="Google Shape;8125;p25"/>
              <p:cNvSpPr/>
              <p:nvPr/>
            </p:nvSpPr>
            <p:spPr>
              <a:xfrm>
                <a:off x="70362" y="288618"/>
                <a:ext cx="26707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64" extrusionOk="0">
                    <a:moveTo>
                      <a:pt x="147" y="0"/>
                    </a:moveTo>
                    <a:lnTo>
                      <a:pt x="0" y="85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63"/>
                    </a:lnTo>
                    <a:lnTo>
                      <a:pt x="224" y="663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6" name="Google Shape;8126;p25"/>
              <p:cNvSpPr/>
              <p:nvPr/>
            </p:nvSpPr>
            <p:spPr>
              <a:xfrm>
                <a:off x="70362" y="43371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7" name="Google Shape;8127;p25"/>
              <p:cNvSpPr/>
              <p:nvPr/>
            </p:nvSpPr>
            <p:spPr>
              <a:xfrm>
                <a:off x="62135" y="57702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7"/>
                      <a:pt x="93" y="347"/>
                    </a:cubicBezTo>
                    <a:cubicBezTo>
                      <a:pt x="93" y="163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8" name="Google Shape;8128;p25"/>
              <p:cNvSpPr/>
              <p:nvPr/>
            </p:nvSpPr>
            <p:spPr>
              <a:xfrm>
                <a:off x="62135" y="722248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2"/>
                    </a:moveTo>
                    <a:cubicBezTo>
                      <a:pt x="316" y="62"/>
                      <a:pt x="362" y="162"/>
                      <a:pt x="362" y="331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62"/>
                      <a:pt x="224" y="62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9" name="Google Shape;8129;p25"/>
              <p:cNvSpPr/>
              <p:nvPr/>
            </p:nvSpPr>
            <p:spPr>
              <a:xfrm>
                <a:off x="70362" y="86830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0" name="Google Shape;8130;p25"/>
              <p:cNvSpPr/>
              <p:nvPr/>
            </p:nvSpPr>
            <p:spPr>
              <a:xfrm>
                <a:off x="62135" y="1010660"/>
                <a:ext cx="53295" cy="8190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87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9"/>
                    </a:cubicBezTo>
                    <a:cubicBezTo>
                      <a:pt x="362" y="509"/>
                      <a:pt x="316" y="617"/>
                      <a:pt x="224" y="617"/>
                    </a:cubicBezTo>
                    <a:cubicBezTo>
                      <a:pt x="146" y="617"/>
                      <a:pt x="93" y="517"/>
                      <a:pt x="93" y="347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4"/>
                      <a:pt x="0" y="347"/>
                    </a:cubicBezTo>
                    <a:cubicBezTo>
                      <a:pt x="8" y="563"/>
                      <a:pt x="93" y="686"/>
                      <a:pt x="224" y="686"/>
                    </a:cubicBezTo>
                    <a:cubicBezTo>
                      <a:pt x="362" y="686"/>
                      <a:pt x="447" y="563"/>
                      <a:pt x="447" y="339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1" name="Google Shape;8131;p25"/>
              <p:cNvSpPr/>
              <p:nvPr/>
            </p:nvSpPr>
            <p:spPr>
              <a:xfrm>
                <a:off x="70362" y="1156713"/>
                <a:ext cx="26707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64" extrusionOk="0">
                    <a:moveTo>
                      <a:pt x="147" y="1"/>
                    </a:moveTo>
                    <a:lnTo>
                      <a:pt x="0" y="85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63"/>
                    </a:lnTo>
                    <a:lnTo>
                      <a:pt x="224" y="663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2" name="Google Shape;8132;p25"/>
              <p:cNvSpPr/>
              <p:nvPr/>
            </p:nvSpPr>
            <p:spPr>
              <a:xfrm>
                <a:off x="62135" y="130097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1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3" name="Google Shape;8133;p25"/>
              <p:cNvSpPr/>
              <p:nvPr/>
            </p:nvSpPr>
            <p:spPr>
              <a:xfrm>
                <a:off x="70362" y="144703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4" name="Google Shape;8134;p25"/>
              <p:cNvSpPr/>
              <p:nvPr/>
            </p:nvSpPr>
            <p:spPr>
              <a:xfrm>
                <a:off x="62135" y="1590344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5" name="Google Shape;8135;p25"/>
              <p:cNvSpPr/>
              <p:nvPr/>
            </p:nvSpPr>
            <p:spPr>
              <a:xfrm>
                <a:off x="70362" y="1736397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6" name="Google Shape;8136;p25"/>
              <p:cNvSpPr/>
              <p:nvPr/>
            </p:nvSpPr>
            <p:spPr>
              <a:xfrm>
                <a:off x="62135" y="187970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2"/>
                    </a:moveTo>
                    <a:cubicBezTo>
                      <a:pt x="316" y="62"/>
                      <a:pt x="362" y="162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62"/>
                      <a:pt x="224" y="62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7" name="Google Shape;8137;p25"/>
              <p:cNvSpPr/>
              <p:nvPr/>
            </p:nvSpPr>
            <p:spPr>
              <a:xfrm>
                <a:off x="70362" y="202576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8" name="Google Shape;8138;p25"/>
              <p:cNvSpPr/>
              <p:nvPr/>
            </p:nvSpPr>
            <p:spPr>
              <a:xfrm>
                <a:off x="70362" y="216990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9" name="Google Shape;8139;p25"/>
              <p:cNvSpPr/>
              <p:nvPr/>
            </p:nvSpPr>
            <p:spPr>
              <a:xfrm>
                <a:off x="62135" y="231322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0"/>
                      <a:pt x="224" y="610"/>
                    </a:cubicBezTo>
                    <a:cubicBezTo>
                      <a:pt x="146" y="610"/>
                      <a:pt x="93" y="517"/>
                      <a:pt x="93" y="348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0" name="Google Shape;8140;p25"/>
              <p:cNvSpPr/>
              <p:nvPr/>
            </p:nvSpPr>
            <p:spPr>
              <a:xfrm>
                <a:off x="62135" y="245843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1" name="Google Shape;8141;p25"/>
              <p:cNvSpPr/>
              <p:nvPr/>
            </p:nvSpPr>
            <p:spPr>
              <a:xfrm>
                <a:off x="70362" y="260449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2" name="Google Shape;8142;p25"/>
              <p:cNvSpPr/>
              <p:nvPr/>
            </p:nvSpPr>
            <p:spPr>
              <a:xfrm>
                <a:off x="62135" y="2747804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3" name="Google Shape;8143;p25"/>
              <p:cNvSpPr/>
              <p:nvPr/>
            </p:nvSpPr>
            <p:spPr>
              <a:xfrm>
                <a:off x="70362" y="289385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4" name="Google Shape;8144;p25"/>
              <p:cNvSpPr/>
              <p:nvPr/>
            </p:nvSpPr>
            <p:spPr>
              <a:xfrm>
                <a:off x="70362" y="303812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5" name="Google Shape;8145;p25"/>
              <p:cNvSpPr/>
              <p:nvPr/>
            </p:nvSpPr>
            <p:spPr>
              <a:xfrm>
                <a:off x="62135" y="3181315"/>
                <a:ext cx="53295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80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10"/>
                      <a:pt x="316" y="610"/>
                      <a:pt x="224" y="610"/>
                    </a:cubicBezTo>
                    <a:cubicBezTo>
                      <a:pt x="146" y="610"/>
                      <a:pt x="93" y="517"/>
                      <a:pt x="93" y="348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6" name="Google Shape;8146;p25"/>
              <p:cNvSpPr/>
              <p:nvPr/>
            </p:nvSpPr>
            <p:spPr>
              <a:xfrm>
                <a:off x="62135" y="332653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7" name="Google Shape;8147;p25"/>
              <p:cNvSpPr/>
              <p:nvPr/>
            </p:nvSpPr>
            <p:spPr>
              <a:xfrm>
                <a:off x="62135" y="347080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62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2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8" name="Google Shape;8148;p25"/>
              <p:cNvSpPr/>
              <p:nvPr/>
            </p:nvSpPr>
            <p:spPr>
              <a:xfrm>
                <a:off x="70362" y="361685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9" name="Google Shape;8149;p25"/>
              <p:cNvSpPr/>
              <p:nvPr/>
            </p:nvSpPr>
            <p:spPr>
              <a:xfrm>
                <a:off x="70362" y="37619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0" name="Google Shape;8150;p25"/>
              <p:cNvSpPr/>
              <p:nvPr/>
            </p:nvSpPr>
            <p:spPr>
              <a:xfrm>
                <a:off x="70362" y="390621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1" name="Google Shape;8151;p25"/>
              <p:cNvSpPr/>
              <p:nvPr/>
            </p:nvSpPr>
            <p:spPr>
              <a:xfrm>
                <a:off x="62135" y="404953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62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2" name="Google Shape;8152;p25"/>
              <p:cNvSpPr/>
              <p:nvPr/>
            </p:nvSpPr>
            <p:spPr>
              <a:xfrm>
                <a:off x="70362" y="419558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3" name="Google Shape;8153;p25"/>
              <p:cNvSpPr/>
              <p:nvPr/>
            </p:nvSpPr>
            <p:spPr>
              <a:xfrm>
                <a:off x="62135" y="433889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70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4" name="Google Shape;8154;p25"/>
              <p:cNvSpPr/>
              <p:nvPr/>
            </p:nvSpPr>
            <p:spPr>
              <a:xfrm>
                <a:off x="70362" y="448494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5" name="Google Shape;8155;p25"/>
              <p:cNvSpPr/>
              <p:nvPr/>
            </p:nvSpPr>
            <p:spPr>
              <a:xfrm>
                <a:off x="62135" y="462826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70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6" name="Google Shape;8156;p25"/>
              <p:cNvSpPr/>
              <p:nvPr/>
            </p:nvSpPr>
            <p:spPr>
              <a:xfrm>
                <a:off x="70362" y="477431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57" name="Google Shape;8157;p25"/>
            <p:cNvGrpSpPr/>
            <p:nvPr/>
          </p:nvGrpSpPr>
          <p:grpSpPr>
            <a:xfrm>
              <a:off x="300060" y="206"/>
              <a:ext cx="53414" cy="4852321"/>
              <a:chOff x="418506" y="206"/>
              <a:chExt cx="53414" cy="4852321"/>
            </a:xfrm>
          </p:grpSpPr>
          <p:sp>
            <p:nvSpPr>
              <p:cNvPr id="8158" name="Google Shape;8158;p25"/>
              <p:cNvSpPr/>
              <p:nvPr/>
            </p:nvSpPr>
            <p:spPr>
              <a:xfrm>
                <a:off x="426733" y="206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9" name="Google Shape;8159;p25"/>
              <p:cNvSpPr/>
              <p:nvPr/>
            </p:nvSpPr>
            <p:spPr>
              <a:xfrm>
                <a:off x="426733" y="14435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7" y="656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0" name="Google Shape;8160;p25"/>
              <p:cNvSpPr/>
              <p:nvPr/>
            </p:nvSpPr>
            <p:spPr>
              <a:xfrm>
                <a:off x="426733" y="288618"/>
                <a:ext cx="25872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64" extrusionOk="0">
                    <a:moveTo>
                      <a:pt x="140" y="0"/>
                    </a:moveTo>
                    <a:lnTo>
                      <a:pt x="1" y="85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63"/>
                    </a:lnTo>
                    <a:lnTo>
                      <a:pt x="217" y="663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1" name="Google Shape;8161;p25"/>
              <p:cNvSpPr/>
              <p:nvPr/>
            </p:nvSpPr>
            <p:spPr>
              <a:xfrm>
                <a:off x="426733" y="43371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7" y="656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2" name="Google Shape;8162;p25"/>
              <p:cNvSpPr/>
              <p:nvPr/>
            </p:nvSpPr>
            <p:spPr>
              <a:xfrm>
                <a:off x="418506" y="57702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7"/>
                      <a:pt x="85" y="347"/>
                    </a:cubicBezTo>
                    <a:cubicBezTo>
                      <a:pt x="85" y="163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1" y="124"/>
                      <a:pt x="1" y="340"/>
                    </a:cubicBezTo>
                    <a:cubicBezTo>
                      <a:pt x="1" y="563"/>
                      <a:pt x="85" y="679"/>
                      <a:pt x="216" y="679"/>
                    </a:cubicBezTo>
                    <a:cubicBezTo>
                      <a:pt x="363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3" name="Google Shape;8163;p25"/>
              <p:cNvSpPr/>
              <p:nvPr/>
            </p:nvSpPr>
            <p:spPr>
              <a:xfrm>
                <a:off x="418506" y="722248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2"/>
                    </a:moveTo>
                    <a:cubicBezTo>
                      <a:pt x="316" y="62"/>
                      <a:pt x="355" y="162"/>
                      <a:pt x="355" y="331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62"/>
                      <a:pt x="224" y="62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4" name="Google Shape;8164;p25"/>
              <p:cNvSpPr/>
              <p:nvPr/>
            </p:nvSpPr>
            <p:spPr>
              <a:xfrm>
                <a:off x="426733" y="86830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5" name="Google Shape;8165;p25"/>
              <p:cNvSpPr/>
              <p:nvPr/>
            </p:nvSpPr>
            <p:spPr>
              <a:xfrm>
                <a:off x="418506" y="1010660"/>
                <a:ext cx="53414" cy="81909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87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9"/>
                    </a:cubicBezTo>
                    <a:cubicBezTo>
                      <a:pt x="355" y="509"/>
                      <a:pt x="309" y="617"/>
                      <a:pt x="224" y="617"/>
                    </a:cubicBezTo>
                    <a:cubicBezTo>
                      <a:pt x="139" y="617"/>
                      <a:pt x="85" y="517"/>
                      <a:pt x="85" y="347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4"/>
                      <a:pt x="1" y="347"/>
                    </a:cubicBezTo>
                    <a:cubicBezTo>
                      <a:pt x="1" y="563"/>
                      <a:pt x="85" y="686"/>
                      <a:pt x="216" y="686"/>
                    </a:cubicBezTo>
                    <a:cubicBezTo>
                      <a:pt x="363" y="686"/>
                      <a:pt x="447" y="563"/>
                      <a:pt x="447" y="339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6" name="Google Shape;8166;p25"/>
              <p:cNvSpPr/>
              <p:nvPr/>
            </p:nvSpPr>
            <p:spPr>
              <a:xfrm>
                <a:off x="426733" y="1156713"/>
                <a:ext cx="25872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64" extrusionOk="0">
                    <a:moveTo>
                      <a:pt x="140" y="1"/>
                    </a:moveTo>
                    <a:lnTo>
                      <a:pt x="1" y="85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63"/>
                    </a:lnTo>
                    <a:lnTo>
                      <a:pt x="217" y="663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7" name="Google Shape;8167;p25"/>
              <p:cNvSpPr/>
              <p:nvPr/>
            </p:nvSpPr>
            <p:spPr>
              <a:xfrm>
                <a:off x="418506" y="130097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1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8" name="Google Shape;8168;p25"/>
              <p:cNvSpPr/>
              <p:nvPr/>
            </p:nvSpPr>
            <p:spPr>
              <a:xfrm>
                <a:off x="426733" y="144703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9" name="Google Shape;8169;p25"/>
              <p:cNvSpPr/>
              <p:nvPr/>
            </p:nvSpPr>
            <p:spPr>
              <a:xfrm>
                <a:off x="418506" y="159034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0" name="Google Shape;8170;p25"/>
              <p:cNvSpPr/>
              <p:nvPr/>
            </p:nvSpPr>
            <p:spPr>
              <a:xfrm>
                <a:off x="426733" y="1736397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1" name="Google Shape;8171;p25"/>
              <p:cNvSpPr/>
              <p:nvPr/>
            </p:nvSpPr>
            <p:spPr>
              <a:xfrm>
                <a:off x="418506" y="187970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2"/>
                    </a:moveTo>
                    <a:cubicBezTo>
                      <a:pt x="316" y="62"/>
                      <a:pt x="355" y="162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62"/>
                      <a:pt x="224" y="62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2" name="Google Shape;8172;p25"/>
              <p:cNvSpPr/>
              <p:nvPr/>
            </p:nvSpPr>
            <p:spPr>
              <a:xfrm>
                <a:off x="426733" y="202576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3" name="Google Shape;8173;p25"/>
              <p:cNvSpPr/>
              <p:nvPr/>
            </p:nvSpPr>
            <p:spPr>
              <a:xfrm>
                <a:off x="426733" y="216990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7" y="656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4" name="Google Shape;8174;p25"/>
              <p:cNvSpPr/>
              <p:nvPr/>
            </p:nvSpPr>
            <p:spPr>
              <a:xfrm>
                <a:off x="418506" y="231322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09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1" y="124"/>
                      <a:pt x="1" y="340"/>
                    </a:cubicBezTo>
                    <a:cubicBezTo>
                      <a:pt x="1" y="563"/>
                      <a:pt x="85" y="679"/>
                      <a:pt x="216" y="679"/>
                    </a:cubicBezTo>
                    <a:cubicBezTo>
                      <a:pt x="363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5" name="Google Shape;8175;p25"/>
              <p:cNvSpPr/>
              <p:nvPr/>
            </p:nvSpPr>
            <p:spPr>
              <a:xfrm>
                <a:off x="418506" y="245843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6" name="Google Shape;8176;p25"/>
              <p:cNvSpPr/>
              <p:nvPr/>
            </p:nvSpPr>
            <p:spPr>
              <a:xfrm>
                <a:off x="426733" y="260449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7" name="Google Shape;8177;p25"/>
              <p:cNvSpPr/>
              <p:nvPr/>
            </p:nvSpPr>
            <p:spPr>
              <a:xfrm>
                <a:off x="418506" y="274780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8" name="Google Shape;8178;p25"/>
              <p:cNvSpPr/>
              <p:nvPr/>
            </p:nvSpPr>
            <p:spPr>
              <a:xfrm>
                <a:off x="426733" y="289385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9" name="Google Shape;8179;p25"/>
              <p:cNvSpPr/>
              <p:nvPr/>
            </p:nvSpPr>
            <p:spPr>
              <a:xfrm>
                <a:off x="426733" y="303812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0" name="Google Shape;8180;p25"/>
              <p:cNvSpPr/>
              <p:nvPr/>
            </p:nvSpPr>
            <p:spPr>
              <a:xfrm>
                <a:off x="418506" y="3181315"/>
                <a:ext cx="53414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80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10"/>
                      <a:pt x="309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1" y="124"/>
                      <a:pt x="1" y="340"/>
                    </a:cubicBezTo>
                    <a:cubicBezTo>
                      <a:pt x="1" y="563"/>
                      <a:pt x="85" y="679"/>
                      <a:pt x="216" y="679"/>
                    </a:cubicBezTo>
                    <a:cubicBezTo>
                      <a:pt x="363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1" name="Google Shape;8181;p25"/>
              <p:cNvSpPr/>
              <p:nvPr/>
            </p:nvSpPr>
            <p:spPr>
              <a:xfrm>
                <a:off x="418506" y="33265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2" name="Google Shape;8182;p25"/>
              <p:cNvSpPr/>
              <p:nvPr/>
            </p:nvSpPr>
            <p:spPr>
              <a:xfrm>
                <a:off x="418506" y="347080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62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2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3" name="Google Shape;8183;p25"/>
              <p:cNvSpPr/>
              <p:nvPr/>
            </p:nvSpPr>
            <p:spPr>
              <a:xfrm>
                <a:off x="426733" y="361685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4" name="Google Shape;8184;p25"/>
              <p:cNvSpPr/>
              <p:nvPr/>
            </p:nvSpPr>
            <p:spPr>
              <a:xfrm>
                <a:off x="426733" y="376195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5" name="Google Shape;8185;p25"/>
              <p:cNvSpPr/>
              <p:nvPr/>
            </p:nvSpPr>
            <p:spPr>
              <a:xfrm>
                <a:off x="426733" y="390621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6" name="Google Shape;8186;p25"/>
              <p:cNvSpPr/>
              <p:nvPr/>
            </p:nvSpPr>
            <p:spPr>
              <a:xfrm>
                <a:off x="418506" y="404953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62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3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7" name="Google Shape;8187;p25"/>
              <p:cNvSpPr/>
              <p:nvPr/>
            </p:nvSpPr>
            <p:spPr>
              <a:xfrm>
                <a:off x="426733" y="419558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8" name="Google Shape;8188;p25"/>
              <p:cNvSpPr/>
              <p:nvPr/>
            </p:nvSpPr>
            <p:spPr>
              <a:xfrm>
                <a:off x="418506" y="433889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3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9" name="Google Shape;8189;p25"/>
              <p:cNvSpPr/>
              <p:nvPr/>
            </p:nvSpPr>
            <p:spPr>
              <a:xfrm>
                <a:off x="426733" y="448494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0" name="Google Shape;8190;p25"/>
              <p:cNvSpPr/>
              <p:nvPr/>
            </p:nvSpPr>
            <p:spPr>
              <a:xfrm>
                <a:off x="418506" y="462826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3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1" name="Google Shape;8191;p25"/>
              <p:cNvSpPr/>
              <p:nvPr/>
            </p:nvSpPr>
            <p:spPr>
              <a:xfrm>
                <a:off x="426733" y="477431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92" name="Google Shape;8192;p25"/>
            <p:cNvSpPr/>
            <p:nvPr/>
          </p:nvSpPr>
          <p:spPr>
            <a:xfrm>
              <a:off x="839090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3" name="Google Shape;8193;p25"/>
            <p:cNvSpPr/>
            <p:nvPr/>
          </p:nvSpPr>
          <p:spPr>
            <a:xfrm>
              <a:off x="839090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4" name="Google Shape;8194;p25"/>
            <p:cNvSpPr/>
            <p:nvPr/>
          </p:nvSpPr>
          <p:spPr>
            <a:xfrm>
              <a:off x="839090" y="288618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5" name="Google Shape;8195;p25"/>
            <p:cNvSpPr/>
            <p:nvPr/>
          </p:nvSpPr>
          <p:spPr>
            <a:xfrm>
              <a:off x="839090" y="43371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6" name="Google Shape;8196;p25"/>
            <p:cNvSpPr/>
            <p:nvPr/>
          </p:nvSpPr>
          <p:spPr>
            <a:xfrm>
              <a:off x="830863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7"/>
                    <a:pt x="93" y="347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1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7" name="Google Shape;8197;p25"/>
            <p:cNvSpPr/>
            <p:nvPr/>
          </p:nvSpPr>
          <p:spPr>
            <a:xfrm>
              <a:off x="830863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8" name="Google Shape;8198;p25"/>
            <p:cNvSpPr/>
            <p:nvPr/>
          </p:nvSpPr>
          <p:spPr>
            <a:xfrm>
              <a:off x="839090" y="86830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99" name="Google Shape;8199;p25"/>
            <p:cNvGrpSpPr/>
            <p:nvPr/>
          </p:nvGrpSpPr>
          <p:grpSpPr>
            <a:xfrm>
              <a:off x="9056822" y="206"/>
              <a:ext cx="52460" cy="4852321"/>
              <a:chOff x="8855639" y="206"/>
              <a:chExt cx="52460" cy="4852321"/>
            </a:xfrm>
          </p:grpSpPr>
          <p:sp>
            <p:nvSpPr>
              <p:cNvPr id="8200" name="Google Shape;8200;p25"/>
              <p:cNvSpPr/>
              <p:nvPr/>
            </p:nvSpPr>
            <p:spPr>
              <a:xfrm>
                <a:off x="8863032" y="206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1" name="Google Shape;8201;p25"/>
              <p:cNvSpPr/>
              <p:nvPr/>
            </p:nvSpPr>
            <p:spPr>
              <a:xfrm>
                <a:off x="8863032" y="1443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47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2" name="Google Shape;8202;p25"/>
              <p:cNvSpPr/>
              <p:nvPr/>
            </p:nvSpPr>
            <p:spPr>
              <a:xfrm>
                <a:off x="8863032" y="288618"/>
                <a:ext cx="26707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64" extrusionOk="0">
                    <a:moveTo>
                      <a:pt x="147" y="0"/>
                    </a:moveTo>
                    <a:lnTo>
                      <a:pt x="0" y="85"/>
                    </a:lnTo>
                    <a:lnTo>
                      <a:pt x="23" y="147"/>
                    </a:lnTo>
                    <a:lnTo>
                      <a:pt x="139" y="85"/>
                    </a:lnTo>
                    <a:lnTo>
                      <a:pt x="139" y="663"/>
                    </a:lnTo>
                    <a:lnTo>
                      <a:pt x="224" y="663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3" name="Google Shape;8203;p25"/>
              <p:cNvSpPr/>
              <p:nvPr/>
            </p:nvSpPr>
            <p:spPr>
              <a:xfrm>
                <a:off x="8863032" y="43371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47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4" name="Google Shape;8204;p25"/>
              <p:cNvSpPr/>
              <p:nvPr/>
            </p:nvSpPr>
            <p:spPr>
              <a:xfrm>
                <a:off x="8855639" y="577029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09" y="609"/>
                      <a:pt x="216" y="609"/>
                    </a:cubicBezTo>
                    <a:cubicBezTo>
                      <a:pt x="139" y="609"/>
                      <a:pt x="85" y="517"/>
                      <a:pt x="85" y="347"/>
                    </a:cubicBezTo>
                    <a:cubicBezTo>
                      <a:pt x="85" y="163"/>
                      <a:pt x="139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0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3" y="679"/>
                      <a:pt x="440" y="556"/>
                      <a:pt x="440" y="332"/>
                    </a:cubicBezTo>
                    <a:cubicBezTo>
                      <a:pt x="440" y="124"/>
                      <a:pt x="355" y="1"/>
                      <a:pt x="2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5" name="Google Shape;8205;p25"/>
              <p:cNvSpPr/>
              <p:nvPr/>
            </p:nvSpPr>
            <p:spPr>
              <a:xfrm>
                <a:off x="8855639" y="722248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62"/>
                    </a:moveTo>
                    <a:cubicBezTo>
                      <a:pt x="316" y="62"/>
                      <a:pt x="355" y="162"/>
                      <a:pt x="355" y="331"/>
                    </a:cubicBezTo>
                    <a:cubicBezTo>
                      <a:pt x="355" y="501"/>
                      <a:pt x="309" y="609"/>
                      <a:pt x="216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39" y="62"/>
                      <a:pt x="224" y="62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3" y="678"/>
                      <a:pt x="440" y="555"/>
                      <a:pt x="440" y="331"/>
                    </a:cubicBezTo>
                    <a:cubicBezTo>
                      <a:pt x="440" y="123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6" name="Google Shape;8206;p25"/>
              <p:cNvSpPr/>
              <p:nvPr/>
            </p:nvSpPr>
            <p:spPr>
              <a:xfrm>
                <a:off x="8863032" y="86830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7" name="Google Shape;8207;p25"/>
              <p:cNvSpPr/>
              <p:nvPr/>
            </p:nvSpPr>
            <p:spPr>
              <a:xfrm>
                <a:off x="8855639" y="1010660"/>
                <a:ext cx="52460" cy="81909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87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9"/>
                    </a:cubicBezTo>
                    <a:cubicBezTo>
                      <a:pt x="355" y="509"/>
                      <a:pt x="309" y="617"/>
                      <a:pt x="216" y="617"/>
                    </a:cubicBezTo>
                    <a:cubicBezTo>
                      <a:pt x="139" y="617"/>
                      <a:pt x="85" y="517"/>
                      <a:pt x="85" y="347"/>
                    </a:cubicBezTo>
                    <a:cubicBezTo>
                      <a:pt x="85" y="170"/>
                      <a:pt x="139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4"/>
                      <a:pt x="0" y="347"/>
                    </a:cubicBezTo>
                    <a:cubicBezTo>
                      <a:pt x="0" y="563"/>
                      <a:pt x="85" y="686"/>
                      <a:pt x="216" y="686"/>
                    </a:cubicBezTo>
                    <a:cubicBezTo>
                      <a:pt x="363" y="686"/>
                      <a:pt x="440" y="563"/>
                      <a:pt x="440" y="339"/>
                    </a:cubicBezTo>
                    <a:cubicBezTo>
                      <a:pt x="440" y="124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8" name="Google Shape;8208;p25"/>
              <p:cNvSpPr/>
              <p:nvPr/>
            </p:nvSpPr>
            <p:spPr>
              <a:xfrm>
                <a:off x="8863032" y="1156713"/>
                <a:ext cx="26707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64" extrusionOk="0">
                    <a:moveTo>
                      <a:pt x="147" y="1"/>
                    </a:moveTo>
                    <a:lnTo>
                      <a:pt x="0" y="85"/>
                    </a:lnTo>
                    <a:lnTo>
                      <a:pt x="23" y="147"/>
                    </a:lnTo>
                    <a:lnTo>
                      <a:pt x="139" y="85"/>
                    </a:lnTo>
                    <a:lnTo>
                      <a:pt x="139" y="663"/>
                    </a:lnTo>
                    <a:lnTo>
                      <a:pt x="224" y="663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9" name="Google Shape;8209;p25"/>
              <p:cNvSpPr/>
              <p:nvPr/>
            </p:nvSpPr>
            <p:spPr>
              <a:xfrm>
                <a:off x="8855639" y="1300979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1"/>
                    </a:cubicBezTo>
                    <a:cubicBezTo>
                      <a:pt x="355" y="501"/>
                      <a:pt x="309" y="609"/>
                      <a:pt x="216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39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3" y="678"/>
                      <a:pt x="440" y="555"/>
                      <a:pt x="440" y="331"/>
                    </a:cubicBezTo>
                    <a:cubicBezTo>
                      <a:pt x="440" y="123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0" name="Google Shape;8210;p25"/>
              <p:cNvSpPr/>
              <p:nvPr/>
            </p:nvSpPr>
            <p:spPr>
              <a:xfrm>
                <a:off x="8863032" y="144703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1" name="Google Shape;8211;p25"/>
              <p:cNvSpPr/>
              <p:nvPr/>
            </p:nvSpPr>
            <p:spPr>
              <a:xfrm>
                <a:off x="8855639" y="1590344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16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39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3" y="678"/>
                      <a:pt x="440" y="555"/>
                      <a:pt x="440" y="332"/>
                    </a:cubicBezTo>
                    <a:cubicBezTo>
                      <a:pt x="440" y="123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2" name="Google Shape;8212;p25"/>
              <p:cNvSpPr/>
              <p:nvPr/>
            </p:nvSpPr>
            <p:spPr>
              <a:xfrm>
                <a:off x="8863032" y="1736397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3" name="Google Shape;8213;p25"/>
              <p:cNvSpPr/>
              <p:nvPr/>
            </p:nvSpPr>
            <p:spPr>
              <a:xfrm>
                <a:off x="8855639" y="1879709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62"/>
                    </a:moveTo>
                    <a:cubicBezTo>
                      <a:pt x="316" y="62"/>
                      <a:pt x="355" y="162"/>
                      <a:pt x="355" y="332"/>
                    </a:cubicBezTo>
                    <a:cubicBezTo>
                      <a:pt x="355" y="501"/>
                      <a:pt x="309" y="609"/>
                      <a:pt x="216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39" y="62"/>
                      <a:pt x="224" y="62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3" y="678"/>
                      <a:pt x="440" y="555"/>
                      <a:pt x="440" y="332"/>
                    </a:cubicBezTo>
                    <a:cubicBezTo>
                      <a:pt x="440" y="124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4" name="Google Shape;8214;p25"/>
              <p:cNvSpPr/>
              <p:nvPr/>
            </p:nvSpPr>
            <p:spPr>
              <a:xfrm>
                <a:off x="8863032" y="202576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5" name="Google Shape;8215;p25"/>
              <p:cNvSpPr/>
              <p:nvPr/>
            </p:nvSpPr>
            <p:spPr>
              <a:xfrm>
                <a:off x="8863032" y="216990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23" y="147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6" name="Google Shape;8216;p25"/>
              <p:cNvSpPr/>
              <p:nvPr/>
            </p:nvSpPr>
            <p:spPr>
              <a:xfrm>
                <a:off x="8855639" y="2313220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09" y="610"/>
                      <a:pt x="216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70"/>
                      <a:pt x="139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0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3" y="679"/>
                      <a:pt x="440" y="556"/>
                      <a:pt x="440" y="332"/>
                    </a:cubicBezTo>
                    <a:cubicBezTo>
                      <a:pt x="440" y="124"/>
                      <a:pt x="355" y="1"/>
                      <a:pt x="2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7" name="Google Shape;8217;p25"/>
              <p:cNvSpPr/>
              <p:nvPr/>
            </p:nvSpPr>
            <p:spPr>
              <a:xfrm>
                <a:off x="8855639" y="2458439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16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39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3" y="678"/>
                      <a:pt x="440" y="555"/>
                      <a:pt x="440" y="332"/>
                    </a:cubicBezTo>
                    <a:cubicBezTo>
                      <a:pt x="440" y="124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8" name="Google Shape;8218;p25"/>
              <p:cNvSpPr/>
              <p:nvPr/>
            </p:nvSpPr>
            <p:spPr>
              <a:xfrm>
                <a:off x="8863032" y="260449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9" name="Google Shape;8219;p25"/>
              <p:cNvSpPr/>
              <p:nvPr/>
            </p:nvSpPr>
            <p:spPr>
              <a:xfrm>
                <a:off x="8855639" y="2747804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16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39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3" y="678"/>
                      <a:pt x="440" y="555"/>
                      <a:pt x="440" y="332"/>
                    </a:cubicBezTo>
                    <a:cubicBezTo>
                      <a:pt x="440" y="124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0" name="Google Shape;8220;p25"/>
              <p:cNvSpPr/>
              <p:nvPr/>
            </p:nvSpPr>
            <p:spPr>
              <a:xfrm>
                <a:off x="8863032" y="289385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1" name="Google Shape;8221;p25"/>
              <p:cNvSpPr/>
              <p:nvPr/>
            </p:nvSpPr>
            <p:spPr>
              <a:xfrm>
                <a:off x="8863032" y="303812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6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2" name="Google Shape;8222;p25"/>
              <p:cNvSpPr/>
              <p:nvPr/>
            </p:nvSpPr>
            <p:spPr>
              <a:xfrm>
                <a:off x="8855639" y="3181315"/>
                <a:ext cx="52460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80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10"/>
                      <a:pt x="309" y="610"/>
                      <a:pt x="216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70"/>
                      <a:pt x="139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0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3" y="679"/>
                      <a:pt x="440" y="556"/>
                      <a:pt x="440" y="332"/>
                    </a:cubicBezTo>
                    <a:cubicBezTo>
                      <a:pt x="440" y="124"/>
                      <a:pt x="355" y="1"/>
                      <a:pt x="2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3" name="Google Shape;8223;p25"/>
              <p:cNvSpPr/>
              <p:nvPr/>
            </p:nvSpPr>
            <p:spPr>
              <a:xfrm>
                <a:off x="8855639" y="3326535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16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39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3" y="678"/>
                      <a:pt x="440" y="555"/>
                      <a:pt x="440" y="332"/>
                    </a:cubicBezTo>
                    <a:cubicBezTo>
                      <a:pt x="440" y="124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4" name="Google Shape;8224;p25"/>
              <p:cNvSpPr/>
              <p:nvPr/>
            </p:nvSpPr>
            <p:spPr>
              <a:xfrm>
                <a:off x="8855639" y="3470800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1"/>
                      <a:pt x="309" y="609"/>
                      <a:pt x="216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62"/>
                      <a:pt x="139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39"/>
                    </a:cubicBezTo>
                    <a:cubicBezTo>
                      <a:pt x="0" y="562"/>
                      <a:pt x="85" y="678"/>
                      <a:pt x="216" y="678"/>
                    </a:cubicBezTo>
                    <a:cubicBezTo>
                      <a:pt x="363" y="678"/>
                      <a:pt x="440" y="555"/>
                      <a:pt x="440" y="331"/>
                    </a:cubicBezTo>
                    <a:cubicBezTo>
                      <a:pt x="440" y="123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5" name="Google Shape;8225;p25"/>
              <p:cNvSpPr/>
              <p:nvPr/>
            </p:nvSpPr>
            <p:spPr>
              <a:xfrm>
                <a:off x="8863032" y="361685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6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6" name="Google Shape;8226;p25"/>
              <p:cNvSpPr/>
              <p:nvPr/>
            </p:nvSpPr>
            <p:spPr>
              <a:xfrm>
                <a:off x="8863032" y="37619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39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7" name="Google Shape;8227;p25"/>
              <p:cNvSpPr/>
              <p:nvPr/>
            </p:nvSpPr>
            <p:spPr>
              <a:xfrm>
                <a:off x="8863032" y="390621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6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8" name="Google Shape;8228;p25"/>
              <p:cNvSpPr/>
              <p:nvPr/>
            </p:nvSpPr>
            <p:spPr>
              <a:xfrm>
                <a:off x="8855639" y="4049530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16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62"/>
                      <a:pt x="139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39"/>
                    </a:cubicBezTo>
                    <a:cubicBezTo>
                      <a:pt x="0" y="563"/>
                      <a:pt x="85" y="678"/>
                      <a:pt x="216" y="678"/>
                    </a:cubicBezTo>
                    <a:cubicBezTo>
                      <a:pt x="363" y="678"/>
                      <a:pt x="440" y="555"/>
                      <a:pt x="440" y="331"/>
                    </a:cubicBezTo>
                    <a:cubicBezTo>
                      <a:pt x="440" y="123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9" name="Google Shape;8229;p25"/>
              <p:cNvSpPr/>
              <p:nvPr/>
            </p:nvSpPr>
            <p:spPr>
              <a:xfrm>
                <a:off x="8863032" y="419558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7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0" name="Google Shape;8230;p25"/>
              <p:cNvSpPr/>
              <p:nvPr/>
            </p:nvSpPr>
            <p:spPr>
              <a:xfrm>
                <a:off x="8855639" y="4338895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16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39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39"/>
                    </a:cubicBezTo>
                    <a:cubicBezTo>
                      <a:pt x="0" y="563"/>
                      <a:pt x="85" y="678"/>
                      <a:pt x="216" y="678"/>
                    </a:cubicBezTo>
                    <a:cubicBezTo>
                      <a:pt x="363" y="678"/>
                      <a:pt x="440" y="555"/>
                      <a:pt x="440" y="331"/>
                    </a:cubicBezTo>
                    <a:cubicBezTo>
                      <a:pt x="440" y="123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1" name="Google Shape;8231;p25"/>
              <p:cNvSpPr/>
              <p:nvPr/>
            </p:nvSpPr>
            <p:spPr>
              <a:xfrm>
                <a:off x="8863032" y="448494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7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2" name="Google Shape;8232;p25"/>
              <p:cNvSpPr/>
              <p:nvPr/>
            </p:nvSpPr>
            <p:spPr>
              <a:xfrm>
                <a:off x="8855639" y="4628260"/>
                <a:ext cx="52460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16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39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39"/>
                    </a:cubicBezTo>
                    <a:cubicBezTo>
                      <a:pt x="0" y="563"/>
                      <a:pt x="85" y="678"/>
                      <a:pt x="216" y="678"/>
                    </a:cubicBezTo>
                    <a:cubicBezTo>
                      <a:pt x="363" y="678"/>
                      <a:pt x="440" y="555"/>
                      <a:pt x="440" y="331"/>
                    </a:cubicBezTo>
                    <a:cubicBezTo>
                      <a:pt x="440" y="123"/>
                      <a:pt x="355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3" name="Google Shape;8233;p25"/>
              <p:cNvSpPr/>
              <p:nvPr/>
            </p:nvSpPr>
            <p:spPr>
              <a:xfrm>
                <a:off x="8863032" y="477431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23" y="147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34" name="Google Shape;8234;p25"/>
            <p:cNvSpPr/>
            <p:nvPr/>
          </p:nvSpPr>
          <p:spPr>
            <a:xfrm>
              <a:off x="8268784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5" name="Google Shape;8235;p25"/>
            <p:cNvSpPr/>
            <p:nvPr/>
          </p:nvSpPr>
          <p:spPr>
            <a:xfrm>
              <a:off x="8268784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6" name="Google Shape;8236;p25"/>
            <p:cNvSpPr/>
            <p:nvPr/>
          </p:nvSpPr>
          <p:spPr>
            <a:xfrm>
              <a:off x="8268784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7" name="Google Shape;8237;p25"/>
            <p:cNvSpPr/>
            <p:nvPr/>
          </p:nvSpPr>
          <p:spPr>
            <a:xfrm>
              <a:off x="8268784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8" name="Google Shape;8238;p25"/>
            <p:cNvSpPr/>
            <p:nvPr/>
          </p:nvSpPr>
          <p:spPr>
            <a:xfrm>
              <a:off x="8261392" y="57702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9" name="Google Shape;8239;p25"/>
            <p:cNvSpPr/>
            <p:nvPr/>
          </p:nvSpPr>
          <p:spPr>
            <a:xfrm>
              <a:off x="8261392" y="722248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0" name="Google Shape;8240;p25"/>
            <p:cNvSpPr/>
            <p:nvPr/>
          </p:nvSpPr>
          <p:spPr>
            <a:xfrm>
              <a:off x="8268784" y="86830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41" name="Google Shape;8241;p25"/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3852000" cy="30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8242" name="Google Shape;8242;p2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8243" name="Google Shape;8243;p25"/>
          <p:cNvSpPr>
            <a:spLocks noGrp="1"/>
          </p:cNvSpPr>
          <p:nvPr>
            <p:ph type="pic" idx="2"/>
          </p:nvPr>
        </p:nvSpPr>
        <p:spPr>
          <a:xfrm>
            <a:off x="5268024" y="1401575"/>
            <a:ext cx="3054000" cy="3054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9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2" name="Google Shape;9212;p30"/>
          <p:cNvGrpSpPr/>
          <p:nvPr/>
        </p:nvGrpSpPr>
        <p:grpSpPr>
          <a:xfrm>
            <a:off x="189" y="52"/>
            <a:ext cx="9144013" cy="5143533"/>
            <a:chOff x="4088025" y="1324225"/>
            <a:chExt cx="1348575" cy="1101800"/>
          </a:xfrm>
        </p:grpSpPr>
        <p:sp>
          <p:nvSpPr>
            <p:cNvPr id="9213" name="Google Shape;9213;p30"/>
            <p:cNvSpPr/>
            <p:nvPr/>
          </p:nvSpPr>
          <p:spPr>
            <a:xfrm>
              <a:off x="4088025" y="24229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4" name="Google Shape;9214;p30"/>
            <p:cNvSpPr/>
            <p:nvPr/>
          </p:nvSpPr>
          <p:spPr>
            <a:xfrm>
              <a:off x="4088025" y="24005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5" name="Google Shape;9215;p30"/>
            <p:cNvSpPr/>
            <p:nvPr/>
          </p:nvSpPr>
          <p:spPr>
            <a:xfrm>
              <a:off x="4088025" y="2378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6" name="Google Shape;9216;p30"/>
            <p:cNvSpPr/>
            <p:nvPr/>
          </p:nvSpPr>
          <p:spPr>
            <a:xfrm>
              <a:off x="4088025" y="23557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7" name="Google Shape;9217;p30"/>
            <p:cNvSpPr/>
            <p:nvPr/>
          </p:nvSpPr>
          <p:spPr>
            <a:xfrm>
              <a:off x="4088025" y="23331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8" name="Google Shape;9218;p30"/>
            <p:cNvSpPr/>
            <p:nvPr/>
          </p:nvSpPr>
          <p:spPr>
            <a:xfrm>
              <a:off x="4088025" y="23108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9" name="Google Shape;9219;p30"/>
            <p:cNvSpPr/>
            <p:nvPr/>
          </p:nvSpPr>
          <p:spPr>
            <a:xfrm>
              <a:off x="4088025" y="22884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0" name="Google Shape;9220;p30"/>
            <p:cNvSpPr/>
            <p:nvPr/>
          </p:nvSpPr>
          <p:spPr>
            <a:xfrm>
              <a:off x="4088025" y="22659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1" name="Google Shape;9221;p30"/>
            <p:cNvSpPr/>
            <p:nvPr/>
          </p:nvSpPr>
          <p:spPr>
            <a:xfrm>
              <a:off x="4088025" y="22436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2" name="Google Shape;9222;p30"/>
            <p:cNvSpPr/>
            <p:nvPr/>
          </p:nvSpPr>
          <p:spPr>
            <a:xfrm>
              <a:off x="4088025" y="2221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3" name="Google Shape;9223;p30"/>
            <p:cNvSpPr/>
            <p:nvPr/>
          </p:nvSpPr>
          <p:spPr>
            <a:xfrm>
              <a:off x="4088025" y="21987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4" name="Google Shape;9224;p30"/>
            <p:cNvSpPr/>
            <p:nvPr/>
          </p:nvSpPr>
          <p:spPr>
            <a:xfrm>
              <a:off x="4088025" y="21761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5" name="Google Shape;9225;p30"/>
            <p:cNvSpPr/>
            <p:nvPr/>
          </p:nvSpPr>
          <p:spPr>
            <a:xfrm>
              <a:off x="4088025" y="21538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6" name="Google Shape;9226;p30"/>
            <p:cNvSpPr/>
            <p:nvPr/>
          </p:nvSpPr>
          <p:spPr>
            <a:xfrm>
              <a:off x="4088025" y="21314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7" name="Google Shape;9227;p30"/>
            <p:cNvSpPr/>
            <p:nvPr/>
          </p:nvSpPr>
          <p:spPr>
            <a:xfrm>
              <a:off x="4088025" y="21089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8" name="Google Shape;9228;p30"/>
            <p:cNvSpPr/>
            <p:nvPr/>
          </p:nvSpPr>
          <p:spPr>
            <a:xfrm>
              <a:off x="4088025" y="20866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9" name="Google Shape;9229;p30"/>
            <p:cNvSpPr/>
            <p:nvPr/>
          </p:nvSpPr>
          <p:spPr>
            <a:xfrm>
              <a:off x="4088025" y="2064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0" name="Google Shape;9230;p30"/>
            <p:cNvSpPr/>
            <p:nvPr/>
          </p:nvSpPr>
          <p:spPr>
            <a:xfrm>
              <a:off x="4088025" y="20417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1" name="Google Shape;9231;p30"/>
            <p:cNvSpPr/>
            <p:nvPr/>
          </p:nvSpPr>
          <p:spPr>
            <a:xfrm>
              <a:off x="4088025" y="20193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2" name="Google Shape;9232;p30"/>
            <p:cNvSpPr/>
            <p:nvPr/>
          </p:nvSpPr>
          <p:spPr>
            <a:xfrm>
              <a:off x="4088025" y="19968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3" name="Google Shape;9233;p30"/>
            <p:cNvSpPr/>
            <p:nvPr/>
          </p:nvSpPr>
          <p:spPr>
            <a:xfrm>
              <a:off x="4088025" y="19745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4" name="Google Shape;9234;p30"/>
            <p:cNvSpPr/>
            <p:nvPr/>
          </p:nvSpPr>
          <p:spPr>
            <a:xfrm>
              <a:off x="4088025" y="1951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5" name="Google Shape;9235;p30"/>
            <p:cNvSpPr/>
            <p:nvPr/>
          </p:nvSpPr>
          <p:spPr>
            <a:xfrm>
              <a:off x="4088025" y="19296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6" name="Google Shape;9236;p30"/>
            <p:cNvSpPr/>
            <p:nvPr/>
          </p:nvSpPr>
          <p:spPr>
            <a:xfrm>
              <a:off x="4088025" y="1907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7" name="Google Shape;9237;p30"/>
            <p:cNvSpPr/>
            <p:nvPr/>
          </p:nvSpPr>
          <p:spPr>
            <a:xfrm>
              <a:off x="4088025" y="18847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8" name="Google Shape;9238;p30"/>
            <p:cNvSpPr/>
            <p:nvPr/>
          </p:nvSpPr>
          <p:spPr>
            <a:xfrm>
              <a:off x="4088025" y="18624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9" name="Google Shape;9239;p30"/>
            <p:cNvSpPr/>
            <p:nvPr/>
          </p:nvSpPr>
          <p:spPr>
            <a:xfrm>
              <a:off x="4088025" y="18398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0" name="Google Shape;9240;p30"/>
            <p:cNvSpPr/>
            <p:nvPr/>
          </p:nvSpPr>
          <p:spPr>
            <a:xfrm>
              <a:off x="4088025" y="18175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1" name="Google Shape;9241;p30"/>
            <p:cNvSpPr/>
            <p:nvPr/>
          </p:nvSpPr>
          <p:spPr>
            <a:xfrm>
              <a:off x="4088025" y="1794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2" name="Google Shape;9242;p30"/>
            <p:cNvSpPr/>
            <p:nvPr/>
          </p:nvSpPr>
          <p:spPr>
            <a:xfrm>
              <a:off x="4088025" y="17726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3" name="Google Shape;9243;p30"/>
            <p:cNvSpPr/>
            <p:nvPr/>
          </p:nvSpPr>
          <p:spPr>
            <a:xfrm>
              <a:off x="4088025" y="1750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4" name="Google Shape;9244;p30"/>
            <p:cNvSpPr/>
            <p:nvPr/>
          </p:nvSpPr>
          <p:spPr>
            <a:xfrm>
              <a:off x="4088025" y="17277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5" name="Google Shape;9245;p30"/>
            <p:cNvSpPr/>
            <p:nvPr/>
          </p:nvSpPr>
          <p:spPr>
            <a:xfrm>
              <a:off x="4088025" y="17054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6" name="Google Shape;9246;p30"/>
            <p:cNvSpPr/>
            <p:nvPr/>
          </p:nvSpPr>
          <p:spPr>
            <a:xfrm>
              <a:off x="4088025" y="1683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7" name="Google Shape;9247;p30"/>
            <p:cNvSpPr/>
            <p:nvPr/>
          </p:nvSpPr>
          <p:spPr>
            <a:xfrm>
              <a:off x="4088025" y="16605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8" name="Google Shape;9248;p30"/>
            <p:cNvSpPr/>
            <p:nvPr/>
          </p:nvSpPr>
          <p:spPr>
            <a:xfrm>
              <a:off x="4088025" y="16381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9" name="Google Shape;9249;p30"/>
            <p:cNvSpPr/>
            <p:nvPr/>
          </p:nvSpPr>
          <p:spPr>
            <a:xfrm>
              <a:off x="4088025" y="1615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0" name="Google Shape;9250;p30"/>
            <p:cNvSpPr/>
            <p:nvPr/>
          </p:nvSpPr>
          <p:spPr>
            <a:xfrm>
              <a:off x="4088025" y="1593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1" name="Google Shape;9251;p30"/>
            <p:cNvSpPr/>
            <p:nvPr/>
          </p:nvSpPr>
          <p:spPr>
            <a:xfrm>
              <a:off x="4088025" y="157095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2" name="Google Shape;9252;p30"/>
            <p:cNvSpPr/>
            <p:nvPr/>
          </p:nvSpPr>
          <p:spPr>
            <a:xfrm>
              <a:off x="4088025" y="15484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3" name="Google Shape;9253;p30"/>
            <p:cNvSpPr/>
            <p:nvPr/>
          </p:nvSpPr>
          <p:spPr>
            <a:xfrm>
              <a:off x="4088025" y="1526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4" name="Google Shape;9254;p30"/>
            <p:cNvSpPr/>
            <p:nvPr/>
          </p:nvSpPr>
          <p:spPr>
            <a:xfrm>
              <a:off x="4088025" y="1503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5" name="Google Shape;9255;p30"/>
            <p:cNvSpPr/>
            <p:nvPr/>
          </p:nvSpPr>
          <p:spPr>
            <a:xfrm>
              <a:off x="4088025" y="14812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6" name="Google Shape;9256;p30"/>
            <p:cNvSpPr/>
            <p:nvPr/>
          </p:nvSpPr>
          <p:spPr>
            <a:xfrm>
              <a:off x="4088025" y="1458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7" name="Google Shape;9257;p30"/>
            <p:cNvSpPr/>
            <p:nvPr/>
          </p:nvSpPr>
          <p:spPr>
            <a:xfrm>
              <a:off x="4088025" y="14363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8" name="Google Shape;9258;p30"/>
            <p:cNvSpPr/>
            <p:nvPr/>
          </p:nvSpPr>
          <p:spPr>
            <a:xfrm>
              <a:off x="4088025" y="14139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9" name="Google Shape;9259;p30"/>
            <p:cNvSpPr/>
            <p:nvPr/>
          </p:nvSpPr>
          <p:spPr>
            <a:xfrm>
              <a:off x="4088025" y="13914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0" name="Google Shape;9260;p30"/>
            <p:cNvSpPr/>
            <p:nvPr/>
          </p:nvSpPr>
          <p:spPr>
            <a:xfrm>
              <a:off x="4088025" y="13691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1" name="Google Shape;9261;p30"/>
            <p:cNvSpPr/>
            <p:nvPr/>
          </p:nvSpPr>
          <p:spPr>
            <a:xfrm>
              <a:off x="4088025" y="1346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2" name="Google Shape;9262;p30"/>
            <p:cNvSpPr/>
            <p:nvPr/>
          </p:nvSpPr>
          <p:spPr>
            <a:xfrm>
              <a:off x="4088025" y="13242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rgbClr val="3D4D52">
                <a:alpha val="32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3" name="Google Shape;9263;p30"/>
          <p:cNvGrpSpPr/>
          <p:nvPr/>
        </p:nvGrpSpPr>
        <p:grpSpPr>
          <a:xfrm>
            <a:off x="110918" y="206"/>
            <a:ext cx="8922164" cy="5143474"/>
            <a:chOff x="110918" y="206"/>
            <a:chExt cx="8922164" cy="5143474"/>
          </a:xfrm>
        </p:grpSpPr>
        <p:sp>
          <p:nvSpPr>
            <p:cNvPr id="9264" name="Google Shape;9264;p30"/>
            <p:cNvSpPr/>
            <p:nvPr/>
          </p:nvSpPr>
          <p:spPr>
            <a:xfrm>
              <a:off x="665978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5" name="Google Shape;9265;p30"/>
            <p:cNvSpPr/>
            <p:nvPr/>
          </p:nvSpPr>
          <p:spPr>
            <a:xfrm>
              <a:off x="665978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6" name="Google Shape;9266;p30"/>
            <p:cNvSpPr/>
            <p:nvPr/>
          </p:nvSpPr>
          <p:spPr>
            <a:xfrm>
              <a:off x="665978" y="28957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7" name="Google Shape;9267;p30"/>
            <p:cNvSpPr/>
            <p:nvPr/>
          </p:nvSpPr>
          <p:spPr>
            <a:xfrm>
              <a:off x="657752" y="432883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62"/>
                    <a:pt x="362" y="331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8" name="Google Shape;9268;p30"/>
            <p:cNvSpPr/>
            <p:nvPr/>
          </p:nvSpPr>
          <p:spPr>
            <a:xfrm>
              <a:off x="657752" y="57702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3" y="610"/>
                  </a:cubicBezTo>
                  <a:cubicBezTo>
                    <a:pt x="146" y="610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9" name="Google Shape;9269;p30"/>
            <p:cNvSpPr/>
            <p:nvPr/>
          </p:nvSpPr>
          <p:spPr>
            <a:xfrm>
              <a:off x="665978" y="72308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0" name="Google Shape;9270;p30"/>
            <p:cNvSpPr/>
            <p:nvPr/>
          </p:nvSpPr>
          <p:spPr>
            <a:xfrm>
              <a:off x="657752" y="866394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3" y="617"/>
                  </a:cubicBezTo>
                  <a:cubicBezTo>
                    <a:pt x="146" y="617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1" name="Google Shape;9271;p30"/>
            <p:cNvSpPr/>
            <p:nvPr/>
          </p:nvSpPr>
          <p:spPr>
            <a:xfrm>
              <a:off x="665978" y="101244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2" name="Google Shape;9272;p30"/>
            <p:cNvSpPr/>
            <p:nvPr/>
          </p:nvSpPr>
          <p:spPr>
            <a:xfrm>
              <a:off x="657752" y="115575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0"/>
                    <a:pt x="223" y="610"/>
                  </a:cubicBezTo>
                  <a:cubicBezTo>
                    <a:pt x="146" y="610"/>
                    <a:pt x="92" y="517"/>
                    <a:pt x="92" y="348"/>
                  </a:cubicBezTo>
                  <a:cubicBezTo>
                    <a:pt x="92" y="163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3" name="Google Shape;9273;p30"/>
            <p:cNvSpPr/>
            <p:nvPr/>
          </p:nvSpPr>
          <p:spPr>
            <a:xfrm>
              <a:off x="657752" y="130097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4" name="Google Shape;9274;p30"/>
            <p:cNvSpPr/>
            <p:nvPr/>
          </p:nvSpPr>
          <p:spPr>
            <a:xfrm>
              <a:off x="665978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5" name="Google Shape;9275;p30"/>
            <p:cNvSpPr/>
            <p:nvPr/>
          </p:nvSpPr>
          <p:spPr>
            <a:xfrm>
              <a:off x="665978" y="159117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1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6" name="Google Shape;9276;p30"/>
            <p:cNvSpPr/>
            <p:nvPr/>
          </p:nvSpPr>
          <p:spPr>
            <a:xfrm>
              <a:off x="665978" y="1736397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7" name="Google Shape;9277;p30"/>
            <p:cNvSpPr/>
            <p:nvPr/>
          </p:nvSpPr>
          <p:spPr>
            <a:xfrm>
              <a:off x="657752" y="1879709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62"/>
                    <a:pt x="362" y="332"/>
                  </a:cubicBezTo>
                  <a:cubicBezTo>
                    <a:pt x="362" y="501"/>
                    <a:pt x="316" y="609"/>
                    <a:pt x="223" y="609"/>
                  </a:cubicBezTo>
                  <a:cubicBezTo>
                    <a:pt x="146" y="609"/>
                    <a:pt x="92" y="509"/>
                    <a:pt x="92" y="339"/>
                  </a:cubicBezTo>
                  <a:cubicBezTo>
                    <a:pt x="92" y="162"/>
                    <a:pt x="146" y="70"/>
                    <a:pt x="223" y="70"/>
                  </a:cubicBezTo>
                  <a:close/>
                  <a:moveTo>
                    <a:pt x="231" y="0"/>
                  </a:moveTo>
                  <a:cubicBezTo>
                    <a:pt x="100" y="0"/>
                    <a:pt x="0" y="116"/>
                    <a:pt x="0" y="339"/>
                  </a:cubicBezTo>
                  <a:cubicBezTo>
                    <a:pt x="8" y="555"/>
                    <a:pt x="92" y="678"/>
                    <a:pt x="223" y="678"/>
                  </a:cubicBezTo>
                  <a:cubicBezTo>
                    <a:pt x="362" y="678"/>
                    <a:pt x="447" y="555"/>
                    <a:pt x="447" y="332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8" name="Google Shape;9278;p30"/>
            <p:cNvSpPr/>
            <p:nvPr/>
          </p:nvSpPr>
          <p:spPr>
            <a:xfrm>
              <a:off x="665978" y="202576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1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9" name="Google Shape;9279;p30"/>
            <p:cNvSpPr/>
            <p:nvPr/>
          </p:nvSpPr>
          <p:spPr>
            <a:xfrm>
              <a:off x="665978" y="2170028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0" name="Google Shape;9280;p30"/>
            <p:cNvSpPr/>
            <p:nvPr/>
          </p:nvSpPr>
          <p:spPr>
            <a:xfrm>
              <a:off x="657752" y="2313220"/>
              <a:ext cx="53295" cy="80955"/>
            </a:xfrm>
            <a:custGeom>
              <a:avLst/>
              <a:gdLst/>
              <a:ahLst/>
              <a:cxnLst/>
              <a:rect l="l" t="t" r="r" b="b"/>
              <a:pathLst>
                <a:path w="447" h="679" extrusionOk="0">
                  <a:moveTo>
                    <a:pt x="223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17"/>
                    <a:pt x="223" y="617"/>
                  </a:cubicBezTo>
                  <a:cubicBezTo>
                    <a:pt x="146" y="617"/>
                    <a:pt x="92" y="517"/>
                    <a:pt x="92" y="348"/>
                  </a:cubicBezTo>
                  <a:cubicBezTo>
                    <a:pt x="92" y="170"/>
                    <a:pt x="146" y="70"/>
                    <a:pt x="223" y="70"/>
                  </a:cubicBezTo>
                  <a:close/>
                  <a:moveTo>
                    <a:pt x="231" y="1"/>
                  </a:moveTo>
                  <a:cubicBezTo>
                    <a:pt x="100" y="1"/>
                    <a:pt x="0" y="124"/>
                    <a:pt x="0" y="348"/>
                  </a:cubicBezTo>
                  <a:cubicBezTo>
                    <a:pt x="8" y="563"/>
                    <a:pt x="92" y="679"/>
                    <a:pt x="223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1" name="Google Shape;9281;p30"/>
            <p:cNvSpPr/>
            <p:nvPr/>
          </p:nvSpPr>
          <p:spPr>
            <a:xfrm>
              <a:off x="665978" y="2459393"/>
              <a:ext cx="26707" cy="78094"/>
            </a:xfrm>
            <a:custGeom>
              <a:avLst/>
              <a:gdLst/>
              <a:ahLst/>
              <a:cxnLst/>
              <a:rect l="l" t="t" r="r" b="b"/>
              <a:pathLst>
                <a:path w="224" h="655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46"/>
                  </a:lnTo>
                  <a:lnTo>
                    <a:pt x="131" y="85"/>
                  </a:lnTo>
                  <a:lnTo>
                    <a:pt x="139" y="85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41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82" name="Google Shape;9282;p30"/>
            <p:cNvGrpSpPr/>
            <p:nvPr/>
          </p:nvGrpSpPr>
          <p:grpSpPr>
            <a:xfrm>
              <a:off x="8706192" y="206"/>
              <a:ext cx="53414" cy="5143474"/>
              <a:chOff x="8511811" y="206"/>
              <a:chExt cx="53414" cy="5143474"/>
            </a:xfrm>
          </p:grpSpPr>
          <p:sp>
            <p:nvSpPr>
              <p:cNvPr id="9283" name="Google Shape;9283;p30"/>
              <p:cNvSpPr/>
              <p:nvPr/>
            </p:nvSpPr>
            <p:spPr>
              <a:xfrm>
                <a:off x="8520038" y="206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4" name="Google Shape;9284;p30"/>
              <p:cNvSpPr/>
              <p:nvPr/>
            </p:nvSpPr>
            <p:spPr>
              <a:xfrm>
                <a:off x="8520038" y="14435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5" name="Google Shape;9285;p30"/>
              <p:cNvSpPr/>
              <p:nvPr/>
            </p:nvSpPr>
            <p:spPr>
              <a:xfrm>
                <a:off x="8520038" y="28957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6" name="Google Shape;9286;p30"/>
              <p:cNvSpPr/>
              <p:nvPr/>
            </p:nvSpPr>
            <p:spPr>
              <a:xfrm>
                <a:off x="8511811" y="432883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62"/>
                      <a:pt x="355" y="331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7" name="Google Shape;9287;p30"/>
              <p:cNvSpPr/>
              <p:nvPr/>
            </p:nvSpPr>
            <p:spPr>
              <a:xfrm>
                <a:off x="8511811" y="57702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8" name="Google Shape;9288;p30"/>
              <p:cNvSpPr/>
              <p:nvPr/>
            </p:nvSpPr>
            <p:spPr>
              <a:xfrm>
                <a:off x="8520038" y="72308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9" name="Google Shape;9289;p30"/>
              <p:cNvSpPr/>
              <p:nvPr/>
            </p:nvSpPr>
            <p:spPr>
              <a:xfrm>
                <a:off x="8511811" y="86639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7"/>
                      <a:pt x="224" y="617"/>
                    </a:cubicBezTo>
                    <a:cubicBezTo>
                      <a:pt x="139" y="617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0" name="Google Shape;9290;p30"/>
              <p:cNvSpPr/>
              <p:nvPr/>
            </p:nvSpPr>
            <p:spPr>
              <a:xfrm>
                <a:off x="8520038" y="101244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1" name="Google Shape;9291;p30"/>
              <p:cNvSpPr/>
              <p:nvPr/>
            </p:nvSpPr>
            <p:spPr>
              <a:xfrm>
                <a:off x="8511811" y="115575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63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2" name="Google Shape;9292;p30"/>
              <p:cNvSpPr/>
              <p:nvPr/>
            </p:nvSpPr>
            <p:spPr>
              <a:xfrm>
                <a:off x="8511811" y="130097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3" name="Google Shape;9293;p30"/>
              <p:cNvSpPr/>
              <p:nvPr/>
            </p:nvSpPr>
            <p:spPr>
              <a:xfrm>
                <a:off x="8520038" y="144703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4" name="Google Shape;9294;p30"/>
              <p:cNvSpPr/>
              <p:nvPr/>
            </p:nvSpPr>
            <p:spPr>
              <a:xfrm>
                <a:off x="8520038" y="159117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5" name="Google Shape;9295;p30"/>
              <p:cNvSpPr/>
              <p:nvPr/>
            </p:nvSpPr>
            <p:spPr>
              <a:xfrm>
                <a:off x="8520038" y="1736397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6" name="Google Shape;9296;p30"/>
              <p:cNvSpPr/>
              <p:nvPr/>
            </p:nvSpPr>
            <p:spPr>
              <a:xfrm>
                <a:off x="8511811" y="187970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62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7" name="Google Shape;9297;p30"/>
              <p:cNvSpPr/>
              <p:nvPr/>
            </p:nvSpPr>
            <p:spPr>
              <a:xfrm>
                <a:off x="8520038" y="202576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8" name="Google Shape;9298;p30"/>
              <p:cNvSpPr/>
              <p:nvPr/>
            </p:nvSpPr>
            <p:spPr>
              <a:xfrm>
                <a:off x="8520038" y="2170028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9" name="Google Shape;9299;p30"/>
              <p:cNvSpPr/>
              <p:nvPr/>
            </p:nvSpPr>
            <p:spPr>
              <a:xfrm>
                <a:off x="8511811" y="231322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16" y="617"/>
                      <a:pt x="224" y="617"/>
                    </a:cubicBezTo>
                    <a:cubicBezTo>
                      <a:pt x="139" y="617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24"/>
                      <a:pt x="0" y="348"/>
                    </a:cubicBezTo>
                    <a:cubicBezTo>
                      <a:pt x="0" y="563"/>
                      <a:pt x="85" y="679"/>
                      <a:pt x="216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0" name="Google Shape;9300;p30"/>
              <p:cNvSpPr/>
              <p:nvPr/>
            </p:nvSpPr>
            <p:spPr>
              <a:xfrm>
                <a:off x="8520038" y="245939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1" name="Google Shape;9301;p30"/>
              <p:cNvSpPr/>
              <p:nvPr/>
            </p:nvSpPr>
            <p:spPr>
              <a:xfrm>
                <a:off x="8511811" y="260270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2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2" name="Google Shape;9302;p30"/>
              <p:cNvSpPr/>
              <p:nvPr/>
            </p:nvSpPr>
            <p:spPr>
              <a:xfrm>
                <a:off x="8520038" y="2748758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3" name="Google Shape;9303;p30"/>
              <p:cNvSpPr/>
              <p:nvPr/>
            </p:nvSpPr>
            <p:spPr>
              <a:xfrm>
                <a:off x="8511811" y="289206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16"/>
                      <a:pt x="224" y="616"/>
                    </a:cubicBezTo>
                    <a:cubicBezTo>
                      <a:pt x="139" y="616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2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4" name="Google Shape;9304;p30"/>
              <p:cNvSpPr/>
              <p:nvPr/>
            </p:nvSpPr>
            <p:spPr>
              <a:xfrm>
                <a:off x="8520038" y="303812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5" name="Google Shape;9305;p30"/>
              <p:cNvSpPr/>
              <p:nvPr/>
            </p:nvSpPr>
            <p:spPr>
              <a:xfrm>
                <a:off x="8511811" y="31814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16"/>
                      <a:pt x="224" y="616"/>
                    </a:cubicBezTo>
                    <a:cubicBezTo>
                      <a:pt x="139" y="616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3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6" name="Google Shape;9306;p30"/>
              <p:cNvSpPr/>
              <p:nvPr/>
            </p:nvSpPr>
            <p:spPr>
              <a:xfrm>
                <a:off x="8511811" y="33265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7" name="Google Shape;9307;p30"/>
              <p:cNvSpPr/>
              <p:nvPr/>
            </p:nvSpPr>
            <p:spPr>
              <a:xfrm>
                <a:off x="8520038" y="347258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8" name="Google Shape;9308;p30"/>
              <p:cNvSpPr/>
              <p:nvPr/>
            </p:nvSpPr>
            <p:spPr>
              <a:xfrm>
                <a:off x="8511811" y="361590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9" name="Google Shape;9309;p30"/>
              <p:cNvSpPr/>
              <p:nvPr/>
            </p:nvSpPr>
            <p:spPr>
              <a:xfrm>
                <a:off x="8511811" y="37601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16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23"/>
                      <a:pt x="0" y="347"/>
                    </a:cubicBezTo>
                    <a:cubicBezTo>
                      <a:pt x="0" y="563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0" name="Google Shape;9310;p30"/>
              <p:cNvSpPr/>
              <p:nvPr/>
            </p:nvSpPr>
            <p:spPr>
              <a:xfrm>
                <a:off x="8511811" y="39052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0" y="116"/>
                      <a:pt x="0" y="339"/>
                    </a:cubicBezTo>
                    <a:cubicBezTo>
                      <a:pt x="0" y="555"/>
                      <a:pt x="85" y="678"/>
                      <a:pt x="216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1" name="Google Shape;9311;p30"/>
              <p:cNvSpPr/>
              <p:nvPr/>
            </p:nvSpPr>
            <p:spPr>
              <a:xfrm>
                <a:off x="8520038" y="405131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2" name="Google Shape;9312;p30"/>
              <p:cNvSpPr/>
              <p:nvPr/>
            </p:nvSpPr>
            <p:spPr>
              <a:xfrm>
                <a:off x="8520038" y="419558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3" name="Google Shape;9313;p30"/>
              <p:cNvSpPr/>
              <p:nvPr/>
            </p:nvSpPr>
            <p:spPr>
              <a:xfrm>
                <a:off x="8520038" y="434068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4" name="Google Shape;9314;p30"/>
              <p:cNvSpPr/>
              <p:nvPr/>
            </p:nvSpPr>
            <p:spPr>
              <a:xfrm>
                <a:off x="8511811" y="448399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40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16"/>
                      <a:pt x="0" y="340"/>
                    </a:cubicBezTo>
                    <a:cubicBezTo>
                      <a:pt x="0" y="555"/>
                      <a:pt x="85" y="679"/>
                      <a:pt x="216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5" name="Google Shape;9315;p30"/>
              <p:cNvSpPr/>
              <p:nvPr/>
            </p:nvSpPr>
            <p:spPr>
              <a:xfrm>
                <a:off x="8520038" y="463004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5"/>
                    </a:lnTo>
                    <a:lnTo>
                      <a:pt x="216" y="655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6" name="Google Shape;9316;p30"/>
              <p:cNvSpPr/>
              <p:nvPr/>
            </p:nvSpPr>
            <p:spPr>
              <a:xfrm>
                <a:off x="8511811" y="477336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40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16"/>
                      <a:pt x="0" y="340"/>
                    </a:cubicBezTo>
                    <a:cubicBezTo>
                      <a:pt x="0" y="555"/>
                      <a:pt x="85" y="679"/>
                      <a:pt x="216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7" name="Google Shape;9317;p30"/>
              <p:cNvSpPr/>
              <p:nvPr/>
            </p:nvSpPr>
            <p:spPr>
              <a:xfrm>
                <a:off x="8520038" y="491941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39" y="1"/>
                    </a:moveTo>
                    <a:lnTo>
                      <a:pt x="1" y="78"/>
                    </a:lnTo>
                    <a:lnTo>
                      <a:pt x="16" y="139"/>
                    </a:lnTo>
                    <a:lnTo>
                      <a:pt x="132" y="78"/>
                    </a:lnTo>
                    <a:lnTo>
                      <a:pt x="132" y="656"/>
                    </a:lnTo>
                    <a:lnTo>
                      <a:pt x="216" y="65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8" name="Google Shape;9318;p30"/>
              <p:cNvSpPr/>
              <p:nvPr/>
            </p:nvSpPr>
            <p:spPr>
              <a:xfrm>
                <a:off x="8511811" y="506272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16" y="609"/>
                      <a:pt x="224" y="609"/>
                    </a:cubicBezTo>
                    <a:cubicBezTo>
                      <a:pt x="139" y="609"/>
                      <a:pt x="85" y="509"/>
                      <a:pt x="85" y="340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0" y="116"/>
                      <a:pt x="0" y="340"/>
                    </a:cubicBezTo>
                    <a:cubicBezTo>
                      <a:pt x="0" y="555"/>
                      <a:pt x="85" y="679"/>
                      <a:pt x="216" y="679"/>
                    </a:cubicBezTo>
                    <a:cubicBezTo>
                      <a:pt x="362" y="679"/>
                      <a:pt x="447" y="555"/>
                      <a:pt x="447" y="332"/>
                    </a:cubicBezTo>
                    <a:cubicBezTo>
                      <a:pt x="447" y="124"/>
                      <a:pt x="362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19" name="Google Shape;9319;p30"/>
            <p:cNvGrpSpPr/>
            <p:nvPr/>
          </p:nvGrpSpPr>
          <p:grpSpPr>
            <a:xfrm>
              <a:off x="8979668" y="206"/>
              <a:ext cx="53414" cy="5143474"/>
              <a:chOff x="8712171" y="206"/>
              <a:chExt cx="53414" cy="5143474"/>
            </a:xfrm>
          </p:grpSpPr>
          <p:sp>
            <p:nvSpPr>
              <p:cNvPr id="9320" name="Google Shape;9320;p30"/>
              <p:cNvSpPr/>
              <p:nvPr/>
            </p:nvSpPr>
            <p:spPr>
              <a:xfrm>
                <a:off x="8720398" y="206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1" name="Google Shape;9321;p30"/>
              <p:cNvSpPr/>
              <p:nvPr/>
            </p:nvSpPr>
            <p:spPr>
              <a:xfrm>
                <a:off x="8720398" y="144353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2" name="Google Shape;9322;p30"/>
              <p:cNvSpPr/>
              <p:nvPr/>
            </p:nvSpPr>
            <p:spPr>
              <a:xfrm>
                <a:off x="8720398" y="289572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3" name="Google Shape;9323;p30"/>
              <p:cNvSpPr/>
              <p:nvPr/>
            </p:nvSpPr>
            <p:spPr>
              <a:xfrm>
                <a:off x="8712171" y="432883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62"/>
                      <a:pt x="363" y="331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4" name="Google Shape;9324;p30"/>
              <p:cNvSpPr/>
              <p:nvPr/>
            </p:nvSpPr>
            <p:spPr>
              <a:xfrm>
                <a:off x="8712171" y="57702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0"/>
                      <a:pt x="224" y="610"/>
                    </a:cubicBezTo>
                    <a:cubicBezTo>
                      <a:pt x="147" y="610"/>
                      <a:pt x="93" y="517"/>
                      <a:pt x="93" y="348"/>
                    </a:cubicBezTo>
                    <a:cubicBezTo>
                      <a:pt x="93" y="170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5" name="Google Shape;9325;p30"/>
              <p:cNvSpPr/>
              <p:nvPr/>
            </p:nvSpPr>
            <p:spPr>
              <a:xfrm>
                <a:off x="8720398" y="723083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6" name="Google Shape;9326;p30"/>
              <p:cNvSpPr/>
              <p:nvPr/>
            </p:nvSpPr>
            <p:spPr>
              <a:xfrm>
                <a:off x="8712171" y="86639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7"/>
                      <a:pt x="224" y="617"/>
                    </a:cubicBezTo>
                    <a:cubicBezTo>
                      <a:pt x="147" y="617"/>
                      <a:pt x="93" y="517"/>
                      <a:pt x="93" y="348"/>
                    </a:cubicBezTo>
                    <a:cubicBezTo>
                      <a:pt x="93" y="170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7" name="Google Shape;9327;p30"/>
              <p:cNvSpPr/>
              <p:nvPr/>
            </p:nvSpPr>
            <p:spPr>
              <a:xfrm>
                <a:off x="8720398" y="101244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8" name="Google Shape;9328;p30"/>
              <p:cNvSpPr/>
              <p:nvPr/>
            </p:nvSpPr>
            <p:spPr>
              <a:xfrm>
                <a:off x="8712171" y="115575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0"/>
                      <a:pt x="224" y="610"/>
                    </a:cubicBezTo>
                    <a:cubicBezTo>
                      <a:pt x="147" y="610"/>
                      <a:pt x="93" y="517"/>
                      <a:pt x="93" y="348"/>
                    </a:cubicBezTo>
                    <a:cubicBezTo>
                      <a:pt x="93" y="163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9" name="Google Shape;9329;p30"/>
              <p:cNvSpPr/>
              <p:nvPr/>
            </p:nvSpPr>
            <p:spPr>
              <a:xfrm>
                <a:off x="8712171" y="130097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0" name="Google Shape;9330;p30"/>
              <p:cNvSpPr/>
              <p:nvPr/>
            </p:nvSpPr>
            <p:spPr>
              <a:xfrm>
                <a:off x="8720398" y="1447032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1" name="Google Shape;9331;p30"/>
              <p:cNvSpPr/>
              <p:nvPr/>
            </p:nvSpPr>
            <p:spPr>
              <a:xfrm>
                <a:off x="8720398" y="159117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47"/>
                    </a:lnTo>
                    <a:lnTo>
                      <a:pt x="132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2" name="Google Shape;9332;p30"/>
              <p:cNvSpPr/>
              <p:nvPr/>
            </p:nvSpPr>
            <p:spPr>
              <a:xfrm>
                <a:off x="8720398" y="1736397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3" name="Google Shape;9333;p30"/>
              <p:cNvSpPr/>
              <p:nvPr/>
            </p:nvSpPr>
            <p:spPr>
              <a:xfrm>
                <a:off x="8712171" y="187970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62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4" name="Google Shape;9334;p30"/>
              <p:cNvSpPr/>
              <p:nvPr/>
            </p:nvSpPr>
            <p:spPr>
              <a:xfrm>
                <a:off x="8720398" y="2025762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39"/>
                    </a:lnTo>
                    <a:lnTo>
                      <a:pt x="132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5" name="Google Shape;9335;p30"/>
              <p:cNvSpPr/>
              <p:nvPr/>
            </p:nvSpPr>
            <p:spPr>
              <a:xfrm>
                <a:off x="8720398" y="2170028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6" name="Google Shape;9336;p30"/>
              <p:cNvSpPr/>
              <p:nvPr/>
            </p:nvSpPr>
            <p:spPr>
              <a:xfrm>
                <a:off x="8712171" y="231322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40"/>
                    </a:cubicBezTo>
                    <a:cubicBezTo>
                      <a:pt x="363" y="509"/>
                      <a:pt x="316" y="617"/>
                      <a:pt x="224" y="617"/>
                    </a:cubicBezTo>
                    <a:cubicBezTo>
                      <a:pt x="147" y="617"/>
                      <a:pt x="93" y="517"/>
                      <a:pt x="93" y="348"/>
                    </a:cubicBezTo>
                    <a:cubicBezTo>
                      <a:pt x="93" y="170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24"/>
                      <a:pt x="0" y="348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70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7" name="Google Shape;9337;p30"/>
              <p:cNvSpPr/>
              <p:nvPr/>
            </p:nvSpPr>
            <p:spPr>
              <a:xfrm>
                <a:off x="8720398" y="2459393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8" name="Google Shape;9338;p30"/>
              <p:cNvSpPr/>
              <p:nvPr/>
            </p:nvSpPr>
            <p:spPr>
              <a:xfrm>
                <a:off x="8712171" y="260270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09"/>
                      <a:pt x="224" y="609"/>
                    </a:cubicBezTo>
                    <a:cubicBezTo>
                      <a:pt x="147" y="609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2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9" name="Google Shape;9339;p30"/>
              <p:cNvSpPr/>
              <p:nvPr/>
            </p:nvSpPr>
            <p:spPr>
              <a:xfrm>
                <a:off x="8720398" y="2748758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0" name="Google Shape;9340;p30"/>
              <p:cNvSpPr/>
              <p:nvPr/>
            </p:nvSpPr>
            <p:spPr>
              <a:xfrm>
                <a:off x="8712171" y="289206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16"/>
                      <a:pt x="224" y="616"/>
                    </a:cubicBezTo>
                    <a:cubicBezTo>
                      <a:pt x="147" y="616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2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1" name="Google Shape;9341;p30"/>
              <p:cNvSpPr/>
              <p:nvPr/>
            </p:nvSpPr>
            <p:spPr>
              <a:xfrm>
                <a:off x="8720398" y="3038123"/>
                <a:ext cx="26826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5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6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2" name="Google Shape;9342;p30"/>
              <p:cNvSpPr/>
              <p:nvPr/>
            </p:nvSpPr>
            <p:spPr>
              <a:xfrm>
                <a:off x="8712171" y="31814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16"/>
                      <a:pt x="224" y="616"/>
                    </a:cubicBezTo>
                    <a:cubicBezTo>
                      <a:pt x="147" y="616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3" name="Google Shape;9343;p30"/>
              <p:cNvSpPr/>
              <p:nvPr/>
            </p:nvSpPr>
            <p:spPr>
              <a:xfrm>
                <a:off x="8712171" y="33265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4" name="Google Shape;9344;p30"/>
              <p:cNvSpPr/>
              <p:nvPr/>
            </p:nvSpPr>
            <p:spPr>
              <a:xfrm>
                <a:off x="8720398" y="347258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5" name="Google Shape;9345;p30"/>
              <p:cNvSpPr/>
              <p:nvPr/>
            </p:nvSpPr>
            <p:spPr>
              <a:xfrm>
                <a:off x="8712171" y="361590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6" name="Google Shape;9346;p30"/>
              <p:cNvSpPr/>
              <p:nvPr/>
            </p:nvSpPr>
            <p:spPr>
              <a:xfrm>
                <a:off x="8712171" y="37601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63" y="170"/>
                      <a:pt x="363" y="339"/>
                    </a:cubicBezTo>
                    <a:cubicBezTo>
                      <a:pt x="363" y="509"/>
                      <a:pt x="316" y="609"/>
                      <a:pt x="224" y="609"/>
                    </a:cubicBezTo>
                    <a:cubicBezTo>
                      <a:pt x="147" y="609"/>
                      <a:pt x="93" y="516"/>
                      <a:pt x="93" y="347"/>
                    </a:cubicBezTo>
                    <a:cubicBezTo>
                      <a:pt x="93" y="170"/>
                      <a:pt x="147" y="69"/>
                      <a:pt x="224" y="69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23"/>
                      <a:pt x="0" y="347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7" name="Google Shape;9347;p30"/>
              <p:cNvSpPr/>
              <p:nvPr/>
            </p:nvSpPr>
            <p:spPr>
              <a:xfrm>
                <a:off x="8712171" y="390526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39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0"/>
                    </a:moveTo>
                    <a:cubicBezTo>
                      <a:pt x="101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70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32" y="0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8" name="Google Shape;9348;p30"/>
              <p:cNvSpPr/>
              <p:nvPr/>
            </p:nvSpPr>
            <p:spPr>
              <a:xfrm>
                <a:off x="8720398" y="4051318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9" name="Google Shape;9349;p30"/>
              <p:cNvSpPr/>
              <p:nvPr/>
            </p:nvSpPr>
            <p:spPr>
              <a:xfrm>
                <a:off x="8720398" y="4195584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0"/>
                    </a:moveTo>
                    <a:lnTo>
                      <a:pt x="1" y="77"/>
                    </a:lnTo>
                    <a:lnTo>
                      <a:pt x="24" y="147"/>
                    </a:lnTo>
                    <a:lnTo>
                      <a:pt x="132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0" name="Google Shape;9350;p30"/>
              <p:cNvSpPr/>
              <p:nvPr/>
            </p:nvSpPr>
            <p:spPr>
              <a:xfrm>
                <a:off x="8720398" y="4340684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1" name="Google Shape;9351;p30"/>
              <p:cNvSpPr/>
              <p:nvPr/>
            </p:nvSpPr>
            <p:spPr>
              <a:xfrm>
                <a:off x="8712171" y="448399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40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16"/>
                      <a:pt x="0" y="340"/>
                    </a:cubicBezTo>
                    <a:cubicBezTo>
                      <a:pt x="8" y="555"/>
                      <a:pt x="93" y="679"/>
                      <a:pt x="224" y="679"/>
                    </a:cubicBezTo>
                    <a:cubicBezTo>
                      <a:pt x="370" y="679"/>
                      <a:pt x="447" y="555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2" name="Google Shape;9352;p30"/>
              <p:cNvSpPr/>
              <p:nvPr/>
            </p:nvSpPr>
            <p:spPr>
              <a:xfrm>
                <a:off x="8720398" y="4630049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3" name="Google Shape;9353;p30"/>
              <p:cNvSpPr/>
              <p:nvPr/>
            </p:nvSpPr>
            <p:spPr>
              <a:xfrm>
                <a:off x="8712171" y="477336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40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16"/>
                      <a:pt x="0" y="340"/>
                    </a:cubicBezTo>
                    <a:cubicBezTo>
                      <a:pt x="8" y="555"/>
                      <a:pt x="93" y="679"/>
                      <a:pt x="224" y="679"/>
                    </a:cubicBezTo>
                    <a:cubicBezTo>
                      <a:pt x="370" y="679"/>
                      <a:pt x="447" y="555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4" name="Google Shape;9354;p30"/>
              <p:cNvSpPr/>
              <p:nvPr/>
            </p:nvSpPr>
            <p:spPr>
              <a:xfrm>
                <a:off x="8720398" y="4919414"/>
                <a:ext cx="26826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5" h="656" extrusionOk="0">
                    <a:moveTo>
                      <a:pt x="147" y="1"/>
                    </a:moveTo>
                    <a:lnTo>
                      <a:pt x="1" y="78"/>
                    </a:lnTo>
                    <a:lnTo>
                      <a:pt x="24" y="139"/>
                    </a:lnTo>
                    <a:lnTo>
                      <a:pt x="132" y="78"/>
                    </a:lnTo>
                    <a:lnTo>
                      <a:pt x="139" y="78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5" name="Google Shape;9355;p30"/>
              <p:cNvSpPr/>
              <p:nvPr/>
            </p:nvSpPr>
            <p:spPr>
              <a:xfrm>
                <a:off x="8712171" y="506272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63" y="170"/>
                      <a:pt x="363" y="332"/>
                    </a:cubicBezTo>
                    <a:cubicBezTo>
                      <a:pt x="363" y="501"/>
                      <a:pt x="316" y="609"/>
                      <a:pt x="224" y="609"/>
                    </a:cubicBezTo>
                    <a:cubicBezTo>
                      <a:pt x="147" y="609"/>
                      <a:pt x="93" y="509"/>
                      <a:pt x="93" y="340"/>
                    </a:cubicBezTo>
                    <a:cubicBezTo>
                      <a:pt x="93" y="162"/>
                      <a:pt x="147" y="70"/>
                      <a:pt x="224" y="70"/>
                    </a:cubicBezTo>
                    <a:close/>
                    <a:moveTo>
                      <a:pt x="232" y="1"/>
                    </a:moveTo>
                    <a:cubicBezTo>
                      <a:pt x="101" y="1"/>
                      <a:pt x="0" y="116"/>
                      <a:pt x="0" y="340"/>
                    </a:cubicBezTo>
                    <a:cubicBezTo>
                      <a:pt x="8" y="555"/>
                      <a:pt x="93" y="679"/>
                      <a:pt x="224" y="679"/>
                    </a:cubicBezTo>
                    <a:cubicBezTo>
                      <a:pt x="370" y="679"/>
                      <a:pt x="447" y="555"/>
                      <a:pt x="447" y="332"/>
                    </a:cubicBezTo>
                    <a:cubicBezTo>
                      <a:pt x="447" y="124"/>
                      <a:pt x="363" y="1"/>
                      <a:pt x="232" y="1"/>
                    </a:cubicBezTo>
                    <a:close/>
                  </a:path>
                </a:pathLst>
              </a:custGeom>
              <a:solidFill>
                <a:srgbClr val="3FE6FF">
                  <a:alpha val="41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56" name="Google Shape;9356;p30"/>
            <p:cNvGrpSpPr/>
            <p:nvPr/>
          </p:nvGrpSpPr>
          <p:grpSpPr>
            <a:xfrm>
              <a:off x="110918" y="206"/>
              <a:ext cx="53295" cy="4852321"/>
              <a:chOff x="62135" y="206"/>
              <a:chExt cx="53295" cy="4852321"/>
            </a:xfrm>
          </p:grpSpPr>
          <p:sp>
            <p:nvSpPr>
              <p:cNvPr id="9357" name="Google Shape;9357;p30"/>
              <p:cNvSpPr/>
              <p:nvPr/>
            </p:nvSpPr>
            <p:spPr>
              <a:xfrm>
                <a:off x="70362" y="206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8" name="Google Shape;9358;p30"/>
              <p:cNvSpPr/>
              <p:nvPr/>
            </p:nvSpPr>
            <p:spPr>
              <a:xfrm>
                <a:off x="70362" y="1443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9" name="Google Shape;9359;p30"/>
              <p:cNvSpPr/>
              <p:nvPr/>
            </p:nvSpPr>
            <p:spPr>
              <a:xfrm>
                <a:off x="70362" y="288618"/>
                <a:ext cx="26707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64" extrusionOk="0">
                    <a:moveTo>
                      <a:pt x="147" y="0"/>
                    </a:moveTo>
                    <a:lnTo>
                      <a:pt x="0" y="85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63"/>
                    </a:lnTo>
                    <a:lnTo>
                      <a:pt x="224" y="663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0" name="Google Shape;9360;p30"/>
              <p:cNvSpPr/>
              <p:nvPr/>
            </p:nvSpPr>
            <p:spPr>
              <a:xfrm>
                <a:off x="70362" y="43371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1" name="Google Shape;9361;p30"/>
              <p:cNvSpPr/>
              <p:nvPr/>
            </p:nvSpPr>
            <p:spPr>
              <a:xfrm>
                <a:off x="62135" y="57702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7"/>
                      <a:pt x="93" y="347"/>
                    </a:cubicBezTo>
                    <a:cubicBezTo>
                      <a:pt x="93" y="163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2" name="Google Shape;9362;p30"/>
              <p:cNvSpPr/>
              <p:nvPr/>
            </p:nvSpPr>
            <p:spPr>
              <a:xfrm>
                <a:off x="62135" y="722248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2"/>
                    </a:moveTo>
                    <a:cubicBezTo>
                      <a:pt x="316" y="62"/>
                      <a:pt x="362" y="162"/>
                      <a:pt x="362" y="331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62"/>
                      <a:pt x="224" y="62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3" name="Google Shape;9363;p30"/>
              <p:cNvSpPr/>
              <p:nvPr/>
            </p:nvSpPr>
            <p:spPr>
              <a:xfrm>
                <a:off x="70362" y="86830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4" name="Google Shape;9364;p30"/>
              <p:cNvSpPr/>
              <p:nvPr/>
            </p:nvSpPr>
            <p:spPr>
              <a:xfrm>
                <a:off x="62135" y="1010660"/>
                <a:ext cx="53295" cy="8190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87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9"/>
                    </a:cubicBezTo>
                    <a:cubicBezTo>
                      <a:pt x="362" y="509"/>
                      <a:pt x="316" y="617"/>
                      <a:pt x="224" y="617"/>
                    </a:cubicBezTo>
                    <a:cubicBezTo>
                      <a:pt x="146" y="617"/>
                      <a:pt x="93" y="517"/>
                      <a:pt x="93" y="347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4"/>
                      <a:pt x="0" y="347"/>
                    </a:cubicBezTo>
                    <a:cubicBezTo>
                      <a:pt x="8" y="563"/>
                      <a:pt x="93" y="686"/>
                      <a:pt x="224" y="686"/>
                    </a:cubicBezTo>
                    <a:cubicBezTo>
                      <a:pt x="362" y="686"/>
                      <a:pt x="447" y="563"/>
                      <a:pt x="447" y="339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5" name="Google Shape;9365;p30"/>
              <p:cNvSpPr/>
              <p:nvPr/>
            </p:nvSpPr>
            <p:spPr>
              <a:xfrm>
                <a:off x="70362" y="1156713"/>
                <a:ext cx="26707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64" extrusionOk="0">
                    <a:moveTo>
                      <a:pt x="147" y="1"/>
                    </a:moveTo>
                    <a:lnTo>
                      <a:pt x="0" y="85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63"/>
                    </a:lnTo>
                    <a:lnTo>
                      <a:pt x="224" y="663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6" name="Google Shape;9366;p30"/>
              <p:cNvSpPr/>
              <p:nvPr/>
            </p:nvSpPr>
            <p:spPr>
              <a:xfrm>
                <a:off x="62135" y="130097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1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7" name="Google Shape;9367;p30"/>
              <p:cNvSpPr/>
              <p:nvPr/>
            </p:nvSpPr>
            <p:spPr>
              <a:xfrm>
                <a:off x="70362" y="144703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8" name="Google Shape;9368;p30"/>
              <p:cNvSpPr/>
              <p:nvPr/>
            </p:nvSpPr>
            <p:spPr>
              <a:xfrm>
                <a:off x="62135" y="1590344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9" name="Google Shape;9369;p30"/>
              <p:cNvSpPr/>
              <p:nvPr/>
            </p:nvSpPr>
            <p:spPr>
              <a:xfrm>
                <a:off x="70362" y="1736397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0" name="Google Shape;9370;p30"/>
              <p:cNvSpPr/>
              <p:nvPr/>
            </p:nvSpPr>
            <p:spPr>
              <a:xfrm>
                <a:off x="62135" y="187970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2"/>
                    </a:moveTo>
                    <a:cubicBezTo>
                      <a:pt x="316" y="62"/>
                      <a:pt x="362" y="162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62"/>
                      <a:pt x="224" y="62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1" name="Google Shape;9371;p30"/>
              <p:cNvSpPr/>
              <p:nvPr/>
            </p:nvSpPr>
            <p:spPr>
              <a:xfrm>
                <a:off x="70362" y="2025762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2" name="Google Shape;9372;p30"/>
              <p:cNvSpPr/>
              <p:nvPr/>
            </p:nvSpPr>
            <p:spPr>
              <a:xfrm>
                <a:off x="70362" y="216990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1"/>
                    </a:moveTo>
                    <a:lnTo>
                      <a:pt x="0" y="78"/>
                    </a:lnTo>
                    <a:lnTo>
                      <a:pt x="16" y="147"/>
                    </a:lnTo>
                    <a:lnTo>
                      <a:pt x="131" y="86"/>
                    </a:lnTo>
                    <a:lnTo>
                      <a:pt x="139" y="86"/>
                    </a:lnTo>
                    <a:lnTo>
                      <a:pt x="139" y="656"/>
                    </a:lnTo>
                    <a:lnTo>
                      <a:pt x="224" y="656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3" name="Google Shape;9373;p30"/>
              <p:cNvSpPr/>
              <p:nvPr/>
            </p:nvSpPr>
            <p:spPr>
              <a:xfrm>
                <a:off x="62135" y="231322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09"/>
                      <a:pt x="316" y="610"/>
                      <a:pt x="224" y="610"/>
                    </a:cubicBezTo>
                    <a:cubicBezTo>
                      <a:pt x="146" y="610"/>
                      <a:pt x="93" y="517"/>
                      <a:pt x="93" y="348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4" name="Google Shape;9374;p30"/>
              <p:cNvSpPr/>
              <p:nvPr/>
            </p:nvSpPr>
            <p:spPr>
              <a:xfrm>
                <a:off x="62135" y="2458439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5" name="Google Shape;9375;p30"/>
              <p:cNvSpPr/>
              <p:nvPr/>
            </p:nvSpPr>
            <p:spPr>
              <a:xfrm>
                <a:off x="70362" y="260449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6" name="Google Shape;9376;p30"/>
              <p:cNvSpPr/>
              <p:nvPr/>
            </p:nvSpPr>
            <p:spPr>
              <a:xfrm>
                <a:off x="62135" y="2747804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7" name="Google Shape;9377;p30"/>
              <p:cNvSpPr/>
              <p:nvPr/>
            </p:nvSpPr>
            <p:spPr>
              <a:xfrm>
                <a:off x="70362" y="2893858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8" name="Google Shape;9378;p30"/>
              <p:cNvSpPr/>
              <p:nvPr/>
            </p:nvSpPr>
            <p:spPr>
              <a:xfrm>
                <a:off x="70362" y="303812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9" name="Google Shape;9379;p30"/>
              <p:cNvSpPr/>
              <p:nvPr/>
            </p:nvSpPr>
            <p:spPr>
              <a:xfrm>
                <a:off x="62135" y="3181315"/>
                <a:ext cx="53295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80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40"/>
                    </a:cubicBezTo>
                    <a:cubicBezTo>
                      <a:pt x="362" y="510"/>
                      <a:pt x="316" y="610"/>
                      <a:pt x="224" y="610"/>
                    </a:cubicBezTo>
                    <a:cubicBezTo>
                      <a:pt x="146" y="610"/>
                      <a:pt x="93" y="517"/>
                      <a:pt x="93" y="348"/>
                    </a:cubicBezTo>
                    <a:cubicBezTo>
                      <a:pt x="93" y="170"/>
                      <a:pt x="146" y="70"/>
                      <a:pt x="224" y="70"/>
                    </a:cubicBezTo>
                    <a:close/>
                    <a:moveTo>
                      <a:pt x="231" y="1"/>
                    </a:moveTo>
                    <a:cubicBezTo>
                      <a:pt x="100" y="1"/>
                      <a:pt x="0" y="124"/>
                      <a:pt x="0" y="340"/>
                    </a:cubicBezTo>
                    <a:cubicBezTo>
                      <a:pt x="8" y="563"/>
                      <a:pt x="93" y="679"/>
                      <a:pt x="224" y="679"/>
                    </a:cubicBezTo>
                    <a:cubicBezTo>
                      <a:pt x="362" y="679"/>
                      <a:pt x="447" y="556"/>
                      <a:pt x="447" y="332"/>
                    </a:cubicBezTo>
                    <a:cubicBezTo>
                      <a:pt x="447" y="124"/>
                      <a:pt x="362" y="1"/>
                      <a:pt x="231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0" name="Google Shape;9380;p30"/>
              <p:cNvSpPr/>
              <p:nvPr/>
            </p:nvSpPr>
            <p:spPr>
              <a:xfrm>
                <a:off x="62135" y="332653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70"/>
                    </a:moveTo>
                    <a:cubicBezTo>
                      <a:pt x="316" y="70"/>
                      <a:pt x="362" y="170"/>
                      <a:pt x="362" y="332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09"/>
                      <a:pt x="93" y="339"/>
                    </a:cubicBezTo>
                    <a:cubicBezTo>
                      <a:pt x="93" y="162"/>
                      <a:pt x="146" y="70"/>
                      <a:pt x="224" y="70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16"/>
                      <a:pt x="0" y="339"/>
                    </a:cubicBezTo>
                    <a:cubicBezTo>
                      <a:pt x="8" y="555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2"/>
                    </a:cubicBezTo>
                    <a:cubicBezTo>
                      <a:pt x="447" y="124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1" name="Google Shape;9381;p30"/>
              <p:cNvSpPr/>
              <p:nvPr/>
            </p:nvSpPr>
            <p:spPr>
              <a:xfrm>
                <a:off x="62135" y="347080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1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62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2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2" name="Google Shape;9382;p30"/>
              <p:cNvSpPr/>
              <p:nvPr/>
            </p:nvSpPr>
            <p:spPr>
              <a:xfrm>
                <a:off x="70362" y="3616853"/>
                <a:ext cx="26707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5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3" name="Google Shape;9383;p30"/>
              <p:cNvSpPr/>
              <p:nvPr/>
            </p:nvSpPr>
            <p:spPr>
              <a:xfrm>
                <a:off x="70362" y="3761953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39"/>
                    </a:lnTo>
                    <a:lnTo>
                      <a:pt x="131" y="77"/>
                    </a:lnTo>
                    <a:lnTo>
                      <a:pt x="139" y="77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4" name="Google Shape;9384;p30"/>
              <p:cNvSpPr/>
              <p:nvPr/>
            </p:nvSpPr>
            <p:spPr>
              <a:xfrm>
                <a:off x="70362" y="390621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6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5" name="Google Shape;9385;p30"/>
              <p:cNvSpPr/>
              <p:nvPr/>
            </p:nvSpPr>
            <p:spPr>
              <a:xfrm>
                <a:off x="62135" y="404953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62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6" name="Google Shape;9386;p30"/>
              <p:cNvSpPr/>
              <p:nvPr/>
            </p:nvSpPr>
            <p:spPr>
              <a:xfrm>
                <a:off x="70362" y="419558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7" name="Google Shape;9387;p30"/>
              <p:cNvSpPr/>
              <p:nvPr/>
            </p:nvSpPr>
            <p:spPr>
              <a:xfrm>
                <a:off x="62135" y="4338895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70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8" name="Google Shape;9388;p30"/>
              <p:cNvSpPr/>
              <p:nvPr/>
            </p:nvSpPr>
            <p:spPr>
              <a:xfrm>
                <a:off x="70362" y="4484949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9" name="Google Shape;9389;p30"/>
              <p:cNvSpPr/>
              <p:nvPr/>
            </p:nvSpPr>
            <p:spPr>
              <a:xfrm>
                <a:off x="62135" y="4628260"/>
                <a:ext cx="53295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79" extrusionOk="0">
                    <a:moveTo>
                      <a:pt x="224" y="69"/>
                    </a:moveTo>
                    <a:cubicBezTo>
                      <a:pt x="316" y="69"/>
                      <a:pt x="362" y="170"/>
                      <a:pt x="362" y="339"/>
                    </a:cubicBezTo>
                    <a:cubicBezTo>
                      <a:pt x="362" y="509"/>
                      <a:pt x="316" y="609"/>
                      <a:pt x="224" y="609"/>
                    </a:cubicBezTo>
                    <a:cubicBezTo>
                      <a:pt x="146" y="609"/>
                      <a:pt x="93" y="516"/>
                      <a:pt x="93" y="347"/>
                    </a:cubicBezTo>
                    <a:cubicBezTo>
                      <a:pt x="93" y="170"/>
                      <a:pt x="146" y="69"/>
                      <a:pt x="224" y="69"/>
                    </a:cubicBezTo>
                    <a:close/>
                    <a:moveTo>
                      <a:pt x="231" y="0"/>
                    </a:moveTo>
                    <a:cubicBezTo>
                      <a:pt x="100" y="0"/>
                      <a:pt x="0" y="123"/>
                      <a:pt x="0" y="339"/>
                    </a:cubicBezTo>
                    <a:cubicBezTo>
                      <a:pt x="8" y="563"/>
                      <a:pt x="93" y="678"/>
                      <a:pt x="224" y="678"/>
                    </a:cubicBezTo>
                    <a:cubicBezTo>
                      <a:pt x="362" y="678"/>
                      <a:pt x="447" y="555"/>
                      <a:pt x="447" y="331"/>
                    </a:cubicBezTo>
                    <a:cubicBezTo>
                      <a:pt x="447" y="123"/>
                      <a:pt x="362" y="0"/>
                      <a:pt x="231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0" name="Google Shape;9390;p30"/>
              <p:cNvSpPr/>
              <p:nvPr/>
            </p:nvSpPr>
            <p:spPr>
              <a:xfrm>
                <a:off x="70362" y="4774314"/>
                <a:ext cx="26707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56" extrusionOk="0">
                    <a:moveTo>
                      <a:pt x="147" y="0"/>
                    </a:moveTo>
                    <a:lnTo>
                      <a:pt x="0" y="77"/>
                    </a:lnTo>
                    <a:lnTo>
                      <a:pt x="16" y="147"/>
                    </a:lnTo>
                    <a:lnTo>
                      <a:pt x="131" y="85"/>
                    </a:lnTo>
                    <a:lnTo>
                      <a:pt x="139" y="85"/>
                    </a:lnTo>
                    <a:lnTo>
                      <a:pt x="139" y="655"/>
                    </a:lnTo>
                    <a:lnTo>
                      <a:pt x="224" y="655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91" name="Google Shape;9391;p30"/>
            <p:cNvGrpSpPr/>
            <p:nvPr/>
          </p:nvGrpSpPr>
          <p:grpSpPr>
            <a:xfrm>
              <a:off x="384275" y="206"/>
              <a:ext cx="53414" cy="4852321"/>
              <a:chOff x="418506" y="206"/>
              <a:chExt cx="53414" cy="4852321"/>
            </a:xfrm>
          </p:grpSpPr>
          <p:sp>
            <p:nvSpPr>
              <p:cNvPr id="9392" name="Google Shape;9392;p30"/>
              <p:cNvSpPr/>
              <p:nvPr/>
            </p:nvSpPr>
            <p:spPr>
              <a:xfrm>
                <a:off x="426733" y="206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3" name="Google Shape;9393;p30"/>
              <p:cNvSpPr/>
              <p:nvPr/>
            </p:nvSpPr>
            <p:spPr>
              <a:xfrm>
                <a:off x="426733" y="14435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7" y="656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4" name="Google Shape;9394;p30"/>
              <p:cNvSpPr/>
              <p:nvPr/>
            </p:nvSpPr>
            <p:spPr>
              <a:xfrm>
                <a:off x="426733" y="288618"/>
                <a:ext cx="25872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64" extrusionOk="0">
                    <a:moveTo>
                      <a:pt x="140" y="0"/>
                    </a:moveTo>
                    <a:lnTo>
                      <a:pt x="1" y="85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63"/>
                    </a:lnTo>
                    <a:lnTo>
                      <a:pt x="217" y="663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5" name="Google Shape;9395;p30"/>
              <p:cNvSpPr/>
              <p:nvPr/>
            </p:nvSpPr>
            <p:spPr>
              <a:xfrm>
                <a:off x="426733" y="43371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7" y="656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6" name="Google Shape;9396;p30"/>
              <p:cNvSpPr/>
              <p:nvPr/>
            </p:nvSpPr>
            <p:spPr>
              <a:xfrm>
                <a:off x="418506" y="57702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7"/>
                      <a:pt x="85" y="347"/>
                    </a:cubicBezTo>
                    <a:cubicBezTo>
                      <a:pt x="85" y="163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1" y="124"/>
                      <a:pt x="1" y="340"/>
                    </a:cubicBezTo>
                    <a:cubicBezTo>
                      <a:pt x="1" y="563"/>
                      <a:pt x="85" y="679"/>
                      <a:pt x="216" y="679"/>
                    </a:cubicBezTo>
                    <a:cubicBezTo>
                      <a:pt x="363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7" name="Google Shape;9397;p30"/>
              <p:cNvSpPr/>
              <p:nvPr/>
            </p:nvSpPr>
            <p:spPr>
              <a:xfrm>
                <a:off x="418506" y="722248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2"/>
                    </a:moveTo>
                    <a:cubicBezTo>
                      <a:pt x="316" y="62"/>
                      <a:pt x="355" y="162"/>
                      <a:pt x="355" y="331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62"/>
                      <a:pt x="224" y="62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8" name="Google Shape;9398;p30"/>
              <p:cNvSpPr/>
              <p:nvPr/>
            </p:nvSpPr>
            <p:spPr>
              <a:xfrm>
                <a:off x="426733" y="86830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9" name="Google Shape;9399;p30"/>
              <p:cNvSpPr/>
              <p:nvPr/>
            </p:nvSpPr>
            <p:spPr>
              <a:xfrm>
                <a:off x="418506" y="1010660"/>
                <a:ext cx="53414" cy="81909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87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9"/>
                    </a:cubicBezTo>
                    <a:cubicBezTo>
                      <a:pt x="355" y="509"/>
                      <a:pt x="309" y="617"/>
                      <a:pt x="224" y="617"/>
                    </a:cubicBezTo>
                    <a:cubicBezTo>
                      <a:pt x="139" y="617"/>
                      <a:pt x="85" y="517"/>
                      <a:pt x="85" y="347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4"/>
                      <a:pt x="1" y="347"/>
                    </a:cubicBezTo>
                    <a:cubicBezTo>
                      <a:pt x="1" y="563"/>
                      <a:pt x="85" y="686"/>
                      <a:pt x="216" y="686"/>
                    </a:cubicBezTo>
                    <a:cubicBezTo>
                      <a:pt x="363" y="686"/>
                      <a:pt x="447" y="563"/>
                      <a:pt x="447" y="339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0" name="Google Shape;9400;p30"/>
              <p:cNvSpPr/>
              <p:nvPr/>
            </p:nvSpPr>
            <p:spPr>
              <a:xfrm>
                <a:off x="426733" y="1156713"/>
                <a:ext cx="25872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64" extrusionOk="0">
                    <a:moveTo>
                      <a:pt x="140" y="1"/>
                    </a:moveTo>
                    <a:lnTo>
                      <a:pt x="1" y="85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63"/>
                    </a:lnTo>
                    <a:lnTo>
                      <a:pt x="217" y="663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1" name="Google Shape;9401;p30"/>
              <p:cNvSpPr/>
              <p:nvPr/>
            </p:nvSpPr>
            <p:spPr>
              <a:xfrm>
                <a:off x="418506" y="130097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1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2" name="Google Shape;9402;p30"/>
              <p:cNvSpPr/>
              <p:nvPr/>
            </p:nvSpPr>
            <p:spPr>
              <a:xfrm>
                <a:off x="426733" y="144703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3" name="Google Shape;9403;p30"/>
              <p:cNvSpPr/>
              <p:nvPr/>
            </p:nvSpPr>
            <p:spPr>
              <a:xfrm>
                <a:off x="418506" y="159034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4" name="Google Shape;9404;p30"/>
              <p:cNvSpPr/>
              <p:nvPr/>
            </p:nvSpPr>
            <p:spPr>
              <a:xfrm>
                <a:off x="426733" y="1736397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5" name="Google Shape;9405;p30"/>
              <p:cNvSpPr/>
              <p:nvPr/>
            </p:nvSpPr>
            <p:spPr>
              <a:xfrm>
                <a:off x="418506" y="187970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2"/>
                    </a:moveTo>
                    <a:cubicBezTo>
                      <a:pt x="316" y="62"/>
                      <a:pt x="355" y="162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62"/>
                      <a:pt x="224" y="62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6" name="Google Shape;9406;p30"/>
              <p:cNvSpPr/>
              <p:nvPr/>
            </p:nvSpPr>
            <p:spPr>
              <a:xfrm>
                <a:off x="426733" y="2025762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7" name="Google Shape;9407;p30"/>
              <p:cNvSpPr/>
              <p:nvPr/>
            </p:nvSpPr>
            <p:spPr>
              <a:xfrm>
                <a:off x="426733" y="216990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1"/>
                    </a:moveTo>
                    <a:lnTo>
                      <a:pt x="1" y="78"/>
                    </a:lnTo>
                    <a:lnTo>
                      <a:pt x="16" y="147"/>
                    </a:lnTo>
                    <a:lnTo>
                      <a:pt x="132" y="86"/>
                    </a:lnTo>
                    <a:lnTo>
                      <a:pt x="132" y="656"/>
                    </a:lnTo>
                    <a:lnTo>
                      <a:pt x="217" y="656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8" name="Google Shape;9408;p30"/>
              <p:cNvSpPr/>
              <p:nvPr/>
            </p:nvSpPr>
            <p:spPr>
              <a:xfrm>
                <a:off x="418506" y="231322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09"/>
                      <a:pt x="309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1" y="124"/>
                      <a:pt x="1" y="340"/>
                    </a:cubicBezTo>
                    <a:cubicBezTo>
                      <a:pt x="1" y="563"/>
                      <a:pt x="85" y="679"/>
                      <a:pt x="216" y="679"/>
                    </a:cubicBezTo>
                    <a:cubicBezTo>
                      <a:pt x="363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9" name="Google Shape;9409;p30"/>
              <p:cNvSpPr/>
              <p:nvPr/>
            </p:nvSpPr>
            <p:spPr>
              <a:xfrm>
                <a:off x="418506" y="2458439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0" name="Google Shape;9410;p30"/>
              <p:cNvSpPr/>
              <p:nvPr/>
            </p:nvSpPr>
            <p:spPr>
              <a:xfrm>
                <a:off x="426733" y="260449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1" name="Google Shape;9411;p30"/>
              <p:cNvSpPr/>
              <p:nvPr/>
            </p:nvSpPr>
            <p:spPr>
              <a:xfrm>
                <a:off x="418506" y="2747804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2" name="Google Shape;9412;p30"/>
              <p:cNvSpPr/>
              <p:nvPr/>
            </p:nvSpPr>
            <p:spPr>
              <a:xfrm>
                <a:off x="426733" y="2893858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3" name="Google Shape;9413;p30"/>
              <p:cNvSpPr/>
              <p:nvPr/>
            </p:nvSpPr>
            <p:spPr>
              <a:xfrm>
                <a:off x="426733" y="303812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4" name="Google Shape;9414;p30"/>
              <p:cNvSpPr/>
              <p:nvPr/>
            </p:nvSpPr>
            <p:spPr>
              <a:xfrm>
                <a:off x="418506" y="3181315"/>
                <a:ext cx="53414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80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40"/>
                    </a:cubicBezTo>
                    <a:cubicBezTo>
                      <a:pt x="355" y="510"/>
                      <a:pt x="309" y="610"/>
                      <a:pt x="224" y="610"/>
                    </a:cubicBezTo>
                    <a:cubicBezTo>
                      <a:pt x="139" y="610"/>
                      <a:pt x="85" y="517"/>
                      <a:pt x="85" y="348"/>
                    </a:cubicBezTo>
                    <a:cubicBezTo>
                      <a:pt x="85" y="170"/>
                      <a:pt x="147" y="70"/>
                      <a:pt x="224" y="70"/>
                    </a:cubicBezTo>
                    <a:close/>
                    <a:moveTo>
                      <a:pt x="224" y="1"/>
                    </a:moveTo>
                    <a:cubicBezTo>
                      <a:pt x="93" y="1"/>
                      <a:pt x="1" y="124"/>
                      <a:pt x="1" y="340"/>
                    </a:cubicBezTo>
                    <a:cubicBezTo>
                      <a:pt x="1" y="563"/>
                      <a:pt x="85" y="679"/>
                      <a:pt x="216" y="679"/>
                    </a:cubicBezTo>
                    <a:cubicBezTo>
                      <a:pt x="363" y="679"/>
                      <a:pt x="447" y="556"/>
                      <a:pt x="447" y="332"/>
                    </a:cubicBezTo>
                    <a:cubicBezTo>
                      <a:pt x="447" y="124"/>
                      <a:pt x="363" y="1"/>
                      <a:pt x="224" y="1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5" name="Google Shape;9415;p30"/>
              <p:cNvSpPr/>
              <p:nvPr/>
            </p:nvSpPr>
            <p:spPr>
              <a:xfrm>
                <a:off x="418506" y="332653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70"/>
                    </a:moveTo>
                    <a:cubicBezTo>
                      <a:pt x="316" y="70"/>
                      <a:pt x="355" y="170"/>
                      <a:pt x="355" y="332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09"/>
                      <a:pt x="85" y="339"/>
                    </a:cubicBezTo>
                    <a:cubicBezTo>
                      <a:pt x="85" y="162"/>
                      <a:pt x="147" y="70"/>
                      <a:pt x="224" y="70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16"/>
                      <a:pt x="1" y="339"/>
                    </a:cubicBezTo>
                    <a:cubicBezTo>
                      <a:pt x="1" y="555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2"/>
                    </a:cubicBezTo>
                    <a:cubicBezTo>
                      <a:pt x="447" y="124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6" name="Google Shape;9416;p30"/>
              <p:cNvSpPr/>
              <p:nvPr/>
            </p:nvSpPr>
            <p:spPr>
              <a:xfrm>
                <a:off x="418506" y="347080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1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62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2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7" name="Google Shape;9417;p30"/>
              <p:cNvSpPr/>
              <p:nvPr/>
            </p:nvSpPr>
            <p:spPr>
              <a:xfrm>
                <a:off x="426733" y="3616853"/>
                <a:ext cx="25872" cy="780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5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8" name="Google Shape;9418;p30"/>
              <p:cNvSpPr/>
              <p:nvPr/>
            </p:nvSpPr>
            <p:spPr>
              <a:xfrm>
                <a:off x="426733" y="3761953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39"/>
                    </a:lnTo>
                    <a:lnTo>
                      <a:pt x="132" y="77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9" name="Google Shape;9419;p30"/>
              <p:cNvSpPr/>
              <p:nvPr/>
            </p:nvSpPr>
            <p:spPr>
              <a:xfrm>
                <a:off x="426733" y="390621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6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0" name="Google Shape;9420;p30"/>
              <p:cNvSpPr/>
              <p:nvPr/>
            </p:nvSpPr>
            <p:spPr>
              <a:xfrm>
                <a:off x="418506" y="404953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62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3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1" name="Google Shape;9421;p30"/>
              <p:cNvSpPr/>
              <p:nvPr/>
            </p:nvSpPr>
            <p:spPr>
              <a:xfrm>
                <a:off x="426733" y="419558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2" name="Google Shape;9422;p30"/>
              <p:cNvSpPr/>
              <p:nvPr/>
            </p:nvSpPr>
            <p:spPr>
              <a:xfrm>
                <a:off x="418506" y="4338895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3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3" name="Google Shape;9423;p30"/>
              <p:cNvSpPr/>
              <p:nvPr/>
            </p:nvSpPr>
            <p:spPr>
              <a:xfrm>
                <a:off x="426733" y="4484949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4" name="Google Shape;9424;p30"/>
              <p:cNvSpPr/>
              <p:nvPr/>
            </p:nvSpPr>
            <p:spPr>
              <a:xfrm>
                <a:off x="418506" y="4628260"/>
                <a:ext cx="53414" cy="8095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79" extrusionOk="0">
                    <a:moveTo>
                      <a:pt x="224" y="69"/>
                    </a:moveTo>
                    <a:cubicBezTo>
                      <a:pt x="316" y="69"/>
                      <a:pt x="355" y="170"/>
                      <a:pt x="355" y="339"/>
                    </a:cubicBezTo>
                    <a:cubicBezTo>
                      <a:pt x="355" y="509"/>
                      <a:pt x="309" y="609"/>
                      <a:pt x="224" y="609"/>
                    </a:cubicBezTo>
                    <a:cubicBezTo>
                      <a:pt x="139" y="609"/>
                      <a:pt x="85" y="516"/>
                      <a:pt x="85" y="347"/>
                    </a:cubicBezTo>
                    <a:cubicBezTo>
                      <a:pt x="85" y="170"/>
                      <a:pt x="147" y="69"/>
                      <a:pt x="224" y="69"/>
                    </a:cubicBezTo>
                    <a:close/>
                    <a:moveTo>
                      <a:pt x="224" y="0"/>
                    </a:moveTo>
                    <a:cubicBezTo>
                      <a:pt x="93" y="0"/>
                      <a:pt x="1" y="123"/>
                      <a:pt x="1" y="339"/>
                    </a:cubicBezTo>
                    <a:cubicBezTo>
                      <a:pt x="1" y="563"/>
                      <a:pt x="85" y="678"/>
                      <a:pt x="216" y="678"/>
                    </a:cubicBezTo>
                    <a:cubicBezTo>
                      <a:pt x="363" y="678"/>
                      <a:pt x="447" y="555"/>
                      <a:pt x="447" y="331"/>
                    </a:cubicBezTo>
                    <a:cubicBezTo>
                      <a:pt x="447" y="123"/>
                      <a:pt x="363" y="0"/>
                      <a:pt x="224" y="0"/>
                    </a:cubicBez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5" name="Google Shape;9425;p30"/>
              <p:cNvSpPr/>
              <p:nvPr/>
            </p:nvSpPr>
            <p:spPr>
              <a:xfrm>
                <a:off x="426733" y="4774314"/>
                <a:ext cx="25872" cy="7821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56" extrusionOk="0">
                    <a:moveTo>
                      <a:pt x="140" y="0"/>
                    </a:moveTo>
                    <a:lnTo>
                      <a:pt x="1" y="77"/>
                    </a:lnTo>
                    <a:lnTo>
                      <a:pt x="16" y="147"/>
                    </a:lnTo>
                    <a:lnTo>
                      <a:pt x="132" y="85"/>
                    </a:lnTo>
                    <a:lnTo>
                      <a:pt x="132" y="655"/>
                    </a:lnTo>
                    <a:lnTo>
                      <a:pt x="217" y="655"/>
                    </a:lnTo>
                    <a:lnTo>
                      <a:pt x="217" y="0"/>
                    </a:lnTo>
                    <a:close/>
                  </a:path>
                </a:pathLst>
              </a:custGeom>
              <a:solidFill>
                <a:srgbClr val="3FE6FF">
                  <a:alpha val="72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26" name="Google Shape;9426;p30"/>
            <p:cNvSpPr/>
            <p:nvPr/>
          </p:nvSpPr>
          <p:spPr>
            <a:xfrm>
              <a:off x="939336" y="206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7" name="Google Shape;9427;p30"/>
            <p:cNvSpPr/>
            <p:nvPr/>
          </p:nvSpPr>
          <p:spPr>
            <a:xfrm>
              <a:off x="939336" y="144353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8" name="Google Shape;9428;p30"/>
            <p:cNvSpPr/>
            <p:nvPr/>
          </p:nvSpPr>
          <p:spPr>
            <a:xfrm>
              <a:off x="939336" y="288618"/>
              <a:ext cx="26826" cy="79167"/>
            </a:xfrm>
            <a:custGeom>
              <a:avLst/>
              <a:gdLst/>
              <a:ahLst/>
              <a:cxnLst/>
              <a:rect l="l" t="t" r="r" b="b"/>
              <a:pathLst>
                <a:path w="225" h="664" extrusionOk="0">
                  <a:moveTo>
                    <a:pt x="147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9" name="Google Shape;9429;p30"/>
            <p:cNvSpPr/>
            <p:nvPr/>
          </p:nvSpPr>
          <p:spPr>
            <a:xfrm>
              <a:off x="939336" y="433718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0" name="Google Shape;9430;p30"/>
            <p:cNvSpPr/>
            <p:nvPr/>
          </p:nvSpPr>
          <p:spPr>
            <a:xfrm>
              <a:off x="931109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62" y="170"/>
                    <a:pt x="362" y="340"/>
                  </a:cubicBezTo>
                  <a:cubicBezTo>
                    <a:pt x="362" y="509"/>
                    <a:pt x="316" y="609"/>
                    <a:pt x="224" y="609"/>
                  </a:cubicBezTo>
                  <a:cubicBezTo>
                    <a:pt x="147" y="609"/>
                    <a:pt x="93" y="517"/>
                    <a:pt x="93" y="347"/>
                  </a:cubicBezTo>
                  <a:cubicBezTo>
                    <a:pt x="93" y="163"/>
                    <a:pt x="147" y="70"/>
                    <a:pt x="224" y="70"/>
                  </a:cubicBezTo>
                  <a:close/>
                  <a:moveTo>
                    <a:pt x="231" y="1"/>
                  </a:moveTo>
                  <a:cubicBezTo>
                    <a:pt x="101" y="1"/>
                    <a:pt x="0" y="124"/>
                    <a:pt x="0" y="340"/>
                  </a:cubicBezTo>
                  <a:cubicBezTo>
                    <a:pt x="8" y="563"/>
                    <a:pt x="93" y="679"/>
                    <a:pt x="224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31" y="1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1" name="Google Shape;9431;p30"/>
            <p:cNvSpPr/>
            <p:nvPr/>
          </p:nvSpPr>
          <p:spPr>
            <a:xfrm>
              <a:off x="931109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62" y="162"/>
                    <a:pt x="362" y="331"/>
                  </a:cubicBezTo>
                  <a:cubicBezTo>
                    <a:pt x="362" y="501"/>
                    <a:pt x="316" y="609"/>
                    <a:pt x="224" y="609"/>
                  </a:cubicBezTo>
                  <a:cubicBezTo>
                    <a:pt x="147" y="609"/>
                    <a:pt x="93" y="509"/>
                    <a:pt x="93" y="339"/>
                  </a:cubicBezTo>
                  <a:cubicBezTo>
                    <a:pt x="93" y="162"/>
                    <a:pt x="147" y="62"/>
                    <a:pt x="224" y="62"/>
                  </a:cubicBezTo>
                  <a:close/>
                  <a:moveTo>
                    <a:pt x="231" y="0"/>
                  </a:moveTo>
                  <a:cubicBezTo>
                    <a:pt x="101" y="0"/>
                    <a:pt x="0" y="116"/>
                    <a:pt x="0" y="339"/>
                  </a:cubicBezTo>
                  <a:cubicBezTo>
                    <a:pt x="8" y="555"/>
                    <a:pt x="93" y="678"/>
                    <a:pt x="224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2" name="Google Shape;9432;p30"/>
            <p:cNvSpPr/>
            <p:nvPr/>
          </p:nvSpPr>
          <p:spPr>
            <a:xfrm>
              <a:off x="939336" y="868302"/>
              <a:ext cx="26826" cy="78213"/>
            </a:xfrm>
            <a:custGeom>
              <a:avLst/>
              <a:gdLst/>
              <a:ahLst/>
              <a:cxnLst/>
              <a:rect l="l" t="t" r="r" b="b"/>
              <a:pathLst>
                <a:path w="225" h="656" extrusionOk="0">
                  <a:moveTo>
                    <a:pt x="147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3" name="Google Shape;9433;p30"/>
            <p:cNvSpPr/>
            <p:nvPr/>
          </p:nvSpPr>
          <p:spPr>
            <a:xfrm>
              <a:off x="931109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62" y="170"/>
                    <a:pt x="362" y="339"/>
                  </a:cubicBezTo>
                  <a:cubicBezTo>
                    <a:pt x="362" y="509"/>
                    <a:pt x="316" y="617"/>
                    <a:pt x="224" y="617"/>
                  </a:cubicBezTo>
                  <a:cubicBezTo>
                    <a:pt x="147" y="617"/>
                    <a:pt x="93" y="517"/>
                    <a:pt x="93" y="347"/>
                  </a:cubicBezTo>
                  <a:cubicBezTo>
                    <a:pt x="93" y="170"/>
                    <a:pt x="147" y="70"/>
                    <a:pt x="224" y="70"/>
                  </a:cubicBezTo>
                  <a:close/>
                  <a:moveTo>
                    <a:pt x="231" y="0"/>
                  </a:moveTo>
                  <a:cubicBezTo>
                    <a:pt x="101" y="0"/>
                    <a:pt x="0" y="124"/>
                    <a:pt x="0" y="347"/>
                  </a:cubicBezTo>
                  <a:cubicBezTo>
                    <a:pt x="8" y="563"/>
                    <a:pt x="93" y="686"/>
                    <a:pt x="224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31" y="0"/>
                  </a:cubicBezTo>
                  <a:close/>
                </a:path>
              </a:pathLst>
            </a:custGeom>
            <a:solidFill>
              <a:srgbClr val="3FE6FF">
                <a:alpha val="72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4" name="Google Shape;9434;p30"/>
            <p:cNvSpPr/>
            <p:nvPr/>
          </p:nvSpPr>
          <p:spPr>
            <a:xfrm>
              <a:off x="8168419" y="206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5" name="Google Shape;9435;p30"/>
            <p:cNvSpPr/>
            <p:nvPr/>
          </p:nvSpPr>
          <p:spPr>
            <a:xfrm>
              <a:off x="8168419" y="144353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6" name="Google Shape;9436;p30"/>
            <p:cNvSpPr/>
            <p:nvPr/>
          </p:nvSpPr>
          <p:spPr>
            <a:xfrm>
              <a:off x="8168419" y="288618"/>
              <a:ext cx="25872" cy="79167"/>
            </a:xfrm>
            <a:custGeom>
              <a:avLst/>
              <a:gdLst/>
              <a:ahLst/>
              <a:cxnLst/>
              <a:rect l="l" t="t" r="r" b="b"/>
              <a:pathLst>
                <a:path w="217" h="664" extrusionOk="0">
                  <a:moveTo>
                    <a:pt x="139" y="0"/>
                  </a:moveTo>
                  <a:lnTo>
                    <a:pt x="1" y="85"/>
                  </a:lnTo>
                  <a:lnTo>
                    <a:pt x="16" y="147"/>
                  </a:lnTo>
                  <a:lnTo>
                    <a:pt x="132" y="85"/>
                  </a:lnTo>
                  <a:lnTo>
                    <a:pt x="132" y="663"/>
                  </a:lnTo>
                  <a:lnTo>
                    <a:pt x="216" y="663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7" name="Google Shape;9437;p30"/>
            <p:cNvSpPr/>
            <p:nvPr/>
          </p:nvSpPr>
          <p:spPr>
            <a:xfrm>
              <a:off x="8168419" y="433718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1"/>
                  </a:moveTo>
                  <a:lnTo>
                    <a:pt x="1" y="78"/>
                  </a:lnTo>
                  <a:lnTo>
                    <a:pt x="16" y="147"/>
                  </a:lnTo>
                  <a:lnTo>
                    <a:pt x="132" y="86"/>
                  </a:lnTo>
                  <a:lnTo>
                    <a:pt x="132" y="656"/>
                  </a:lnTo>
                  <a:lnTo>
                    <a:pt x="216" y="656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8" name="Google Shape;9438;p30"/>
            <p:cNvSpPr/>
            <p:nvPr/>
          </p:nvSpPr>
          <p:spPr>
            <a:xfrm>
              <a:off x="8160192" y="577029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16" y="609"/>
                    <a:pt x="224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47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2" y="679"/>
                    <a:pt x="447" y="556"/>
                    <a:pt x="447" y="332"/>
                  </a:cubicBezTo>
                  <a:cubicBezTo>
                    <a:pt x="447" y="124"/>
                    <a:pt x="362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9" name="Google Shape;9439;p30"/>
            <p:cNvSpPr/>
            <p:nvPr/>
          </p:nvSpPr>
          <p:spPr>
            <a:xfrm>
              <a:off x="8160192" y="722248"/>
              <a:ext cx="53414" cy="80955"/>
            </a:xfrm>
            <a:custGeom>
              <a:avLst/>
              <a:gdLst/>
              <a:ahLst/>
              <a:cxnLst/>
              <a:rect l="l" t="t" r="r" b="b"/>
              <a:pathLst>
                <a:path w="448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16" y="609"/>
                    <a:pt x="224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47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2" y="678"/>
                    <a:pt x="447" y="555"/>
                    <a:pt x="447" y="331"/>
                  </a:cubicBezTo>
                  <a:cubicBezTo>
                    <a:pt x="447" y="123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0" name="Google Shape;9440;p30"/>
            <p:cNvSpPr/>
            <p:nvPr/>
          </p:nvSpPr>
          <p:spPr>
            <a:xfrm>
              <a:off x="8168419" y="868302"/>
              <a:ext cx="25872" cy="78213"/>
            </a:xfrm>
            <a:custGeom>
              <a:avLst/>
              <a:gdLst/>
              <a:ahLst/>
              <a:cxnLst/>
              <a:rect l="l" t="t" r="r" b="b"/>
              <a:pathLst>
                <a:path w="217" h="656" extrusionOk="0">
                  <a:moveTo>
                    <a:pt x="139" y="0"/>
                  </a:moveTo>
                  <a:lnTo>
                    <a:pt x="1" y="77"/>
                  </a:lnTo>
                  <a:lnTo>
                    <a:pt x="16" y="139"/>
                  </a:lnTo>
                  <a:lnTo>
                    <a:pt x="132" y="77"/>
                  </a:lnTo>
                  <a:lnTo>
                    <a:pt x="132" y="655"/>
                  </a:lnTo>
                  <a:lnTo>
                    <a:pt x="216" y="65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1" name="Google Shape;9441;p30"/>
            <p:cNvSpPr/>
            <p:nvPr/>
          </p:nvSpPr>
          <p:spPr>
            <a:xfrm>
              <a:off x="8160192" y="1010660"/>
              <a:ext cx="53414" cy="81909"/>
            </a:xfrm>
            <a:custGeom>
              <a:avLst/>
              <a:gdLst/>
              <a:ahLst/>
              <a:cxnLst/>
              <a:rect l="l" t="t" r="r" b="b"/>
              <a:pathLst>
                <a:path w="448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16" y="617"/>
                    <a:pt x="224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47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2" y="686"/>
                    <a:pt x="447" y="563"/>
                    <a:pt x="447" y="339"/>
                  </a:cubicBezTo>
                  <a:cubicBezTo>
                    <a:pt x="447" y="124"/>
                    <a:pt x="362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2" name="Google Shape;9442;p30"/>
            <p:cNvSpPr/>
            <p:nvPr/>
          </p:nvSpPr>
          <p:spPr>
            <a:xfrm>
              <a:off x="8441061" y="206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3" name="Google Shape;9443;p30"/>
            <p:cNvSpPr/>
            <p:nvPr/>
          </p:nvSpPr>
          <p:spPr>
            <a:xfrm>
              <a:off x="8441061" y="144353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4" name="Google Shape;9444;p30"/>
            <p:cNvSpPr/>
            <p:nvPr/>
          </p:nvSpPr>
          <p:spPr>
            <a:xfrm>
              <a:off x="8441061" y="288618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0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5" name="Google Shape;9445;p30"/>
            <p:cNvSpPr/>
            <p:nvPr/>
          </p:nvSpPr>
          <p:spPr>
            <a:xfrm>
              <a:off x="8441061" y="433718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6" name="Google Shape;9446;p30"/>
            <p:cNvSpPr/>
            <p:nvPr/>
          </p:nvSpPr>
          <p:spPr>
            <a:xfrm>
              <a:off x="8433669" y="57702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09"/>
                    <a:pt x="216" y="609"/>
                  </a:cubicBezTo>
                  <a:cubicBezTo>
                    <a:pt x="139" y="609"/>
                    <a:pt x="85" y="517"/>
                    <a:pt x="85" y="347"/>
                  </a:cubicBezTo>
                  <a:cubicBezTo>
                    <a:pt x="85" y="163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7" name="Google Shape;9447;p30"/>
            <p:cNvSpPr/>
            <p:nvPr/>
          </p:nvSpPr>
          <p:spPr>
            <a:xfrm>
              <a:off x="8433669" y="722248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8" name="Google Shape;9448;p30"/>
            <p:cNvSpPr/>
            <p:nvPr/>
          </p:nvSpPr>
          <p:spPr>
            <a:xfrm>
              <a:off x="8441061" y="86830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9" name="Google Shape;9449;p30"/>
            <p:cNvSpPr/>
            <p:nvPr/>
          </p:nvSpPr>
          <p:spPr>
            <a:xfrm>
              <a:off x="8433669" y="1010660"/>
              <a:ext cx="52460" cy="81909"/>
            </a:xfrm>
            <a:custGeom>
              <a:avLst/>
              <a:gdLst/>
              <a:ahLst/>
              <a:cxnLst/>
              <a:rect l="l" t="t" r="r" b="b"/>
              <a:pathLst>
                <a:path w="440" h="687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9"/>
                  </a:cubicBezTo>
                  <a:cubicBezTo>
                    <a:pt x="355" y="509"/>
                    <a:pt x="309" y="617"/>
                    <a:pt x="216" y="617"/>
                  </a:cubicBezTo>
                  <a:cubicBezTo>
                    <a:pt x="139" y="617"/>
                    <a:pt x="85" y="517"/>
                    <a:pt x="85" y="347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24"/>
                    <a:pt x="0" y="347"/>
                  </a:cubicBezTo>
                  <a:cubicBezTo>
                    <a:pt x="0" y="563"/>
                    <a:pt x="85" y="686"/>
                    <a:pt x="216" y="686"/>
                  </a:cubicBezTo>
                  <a:cubicBezTo>
                    <a:pt x="363" y="686"/>
                    <a:pt x="440" y="563"/>
                    <a:pt x="440" y="339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0" name="Google Shape;9450;p30"/>
            <p:cNvSpPr/>
            <p:nvPr/>
          </p:nvSpPr>
          <p:spPr>
            <a:xfrm>
              <a:off x="8441061" y="1156713"/>
              <a:ext cx="26707" cy="79167"/>
            </a:xfrm>
            <a:custGeom>
              <a:avLst/>
              <a:gdLst/>
              <a:ahLst/>
              <a:cxnLst/>
              <a:rect l="l" t="t" r="r" b="b"/>
              <a:pathLst>
                <a:path w="224" h="664" extrusionOk="0">
                  <a:moveTo>
                    <a:pt x="147" y="1"/>
                  </a:moveTo>
                  <a:lnTo>
                    <a:pt x="0" y="85"/>
                  </a:lnTo>
                  <a:lnTo>
                    <a:pt x="23" y="147"/>
                  </a:lnTo>
                  <a:lnTo>
                    <a:pt x="139" y="85"/>
                  </a:lnTo>
                  <a:lnTo>
                    <a:pt x="139" y="663"/>
                  </a:lnTo>
                  <a:lnTo>
                    <a:pt x="224" y="6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1" name="Google Shape;9451;p30"/>
            <p:cNvSpPr/>
            <p:nvPr/>
          </p:nvSpPr>
          <p:spPr>
            <a:xfrm>
              <a:off x="8433669" y="130097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1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1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2" name="Google Shape;9452;p30"/>
            <p:cNvSpPr/>
            <p:nvPr/>
          </p:nvSpPr>
          <p:spPr>
            <a:xfrm>
              <a:off x="8441061" y="144703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3" name="Google Shape;9453;p30"/>
            <p:cNvSpPr/>
            <p:nvPr/>
          </p:nvSpPr>
          <p:spPr>
            <a:xfrm>
              <a:off x="8433669" y="1590344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3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4" name="Google Shape;9454;p30"/>
            <p:cNvSpPr/>
            <p:nvPr/>
          </p:nvSpPr>
          <p:spPr>
            <a:xfrm>
              <a:off x="8441061" y="1736397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5" name="Google Shape;9455;p30"/>
            <p:cNvSpPr/>
            <p:nvPr/>
          </p:nvSpPr>
          <p:spPr>
            <a:xfrm>
              <a:off x="8433669" y="187970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62"/>
                  </a:moveTo>
                  <a:cubicBezTo>
                    <a:pt x="316" y="62"/>
                    <a:pt x="355" y="162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62"/>
                    <a:pt x="224" y="62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6" name="Google Shape;9456;p30"/>
            <p:cNvSpPr/>
            <p:nvPr/>
          </p:nvSpPr>
          <p:spPr>
            <a:xfrm>
              <a:off x="8441061" y="2025762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0"/>
                  </a:moveTo>
                  <a:lnTo>
                    <a:pt x="0" y="77"/>
                  </a:lnTo>
                  <a:lnTo>
                    <a:pt x="23" y="139"/>
                  </a:lnTo>
                  <a:lnTo>
                    <a:pt x="139" y="77"/>
                  </a:lnTo>
                  <a:lnTo>
                    <a:pt x="139" y="655"/>
                  </a:lnTo>
                  <a:lnTo>
                    <a:pt x="224" y="655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7" name="Google Shape;9457;p30"/>
            <p:cNvSpPr/>
            <p:nvPr/>
          </p:nvSpPr>
          <p:spPr>
            <a:xfrm>
              <a:off x="8441061" y="2169909"/>
              <a:ext cx="26707" cy="78213"/>
            </a:xfrm>
            <a:custGeom>
              <a:avLst/>
              <a:gdLst/>
              <a:ahLst/>
              <a:cxnLst/>
              <a:rect l="l" t="t" r="r" b="b"/>
              <a:pathLst>
                <a:path w="224" h="656" extrusionOk="0">
                  <a:moveTo>
                    <a:pt x="147" y="1"/>
                  </a:moveTo>
                  <a:lnTo>
                    <a:pt x="0" y="78"/>
                  </a:lnTo>
                  <a:lnTo>
                    <a:pt x="23" y="147"/>
                  </a:lnTo>
                  <a:lnTo>
                    <a:pt x="139" y="86"/>
                  </a:lnTo>
                  <a:lnTo>
                    <a:pt x="139" y="656"/>
                  </a:lnTo>
                  <a:lnTo>
                    <a:pt x="224" y="65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8" name="Google Shape;9458;p30"/>
            <p:cNvSpPr/>
            <p:nvPr/>
          </p:nvSpPr>
          <p:spPr>
            <a:xfrm>
              <a:off x="8433669" y="2313220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40"/>
                  </a:cubicBezTo>
                  <a:cubicBezTo>
                    <a:pt x="355" y="509"/>
                    <a:pt x="309" y="610"/>
                    <a:pt x="216" y="610"/>
                  </a:cubicBezTo>
                  <a:cubicBezTo>
                    <a:pt x="139" y="610"/>
                    <a:pt x="85" y="517"/>
                    <a:pt x="85" y="348"/>
                  </a:cubicBezTo>
                  <a:cubicBezTo>
                    <a:pt x="85" y="170"/>
                    <a:pt x="139" y="70"/>
                    <a:pt x="224" y="70"/>
                  </a:cubicBezTo>
                  <a:close/>
                  <a:moveTo>
                    <a:pt x="224" y="1"/>
                  </a:moveTo>
                  <a:cubicBezTo>
                    <a:pt x="93" y="1"/>
                    <a:pt x="0" y="124"/>
                    <a:pt x="0" y="340"/>
                  </a:cubicBezTo>
                  <a:cubicBezTo>
                    <a:pt x="0" y="563"/>
                    <a:pt x="85" y="679"/>
                    <a:pt x="216" y="679"/>
                  </a:cubicBezTo>
                  <a:cubicBezTo>
                    <a:pt x="363" y="679"/>
                    <a:pt x="440" y="556"/>
                    <a:pt x="440" y="332"/>
                  </a:cubicBezTo>
                  <a:cubicBezTo>
                    <a:pt x="440" y="124"/>
                    <a:pt x="355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9" name="Google Shape;9459;p30"/>
            <p:cNvSpPr/>
            <p:nvPr/>
          </p:nvSpPr>
          <p:spPr>
            <a:xfrm>
              <a:off x="8433669" y="2458439"/>
              <a:ext cx="52460" cy="80955"/>
            </a:xfrm>
            <a:custGeom>
              <a:avLst/>
              <a:gdLst/>
              <a:ahLst/>
              <a:cxnLst/>
              <a:rect l="l" t="t" r="r" b="b"/>
              <a:pathLst>
                <a:path w="440" h="679" extrusionOk="0">
                  <a:moveTo>
                    <a:pt x="224" y="70"/>
                  </a:moveTo>
                  <a:cubicBezTo>
                    <a:pt x="316" y="70"/>
                    <a:pt x="355" y="170"/>
                    <a:pt x="355" y="332"/>
                  </a:cubicBezTo>
                  <a:cubicBezTo>
                    <a:pt x="355" y="501"/>
                    <a:pt x="309" y="609"/>
                    <a:pt x="216" y="609"/>
                  </a:cubicBezTo>
                  <a:cubicBezTo>
                    <a:pt x="139" y="609"/>
                    <a:pt x="85" y="509"/>
                    <a:pt x="85" y="339"/>
                  </a:cubicBezTo>
                  <a:cubicBezTo>
                    <a:pt x="85" y="162"/>
                    <a:pt x="139" y="70"/>
                    <a:pt x="224" y="70"/>
                  </a:cubicBezTo>
                  <a:close/>
                  <a:moveTo>
                    <a:pt x="224" y="0"/>
                  </a:moveTo>
                  <a:cubicBezTo>
                    <a:pt x="93" y="0"/>
                    <a:pt x="0" y="116"/>
                    <a:pt x="0" y="339"/>
                  </a:cubicBezTo>
                  <a:cubicBezTo>
                    <a:pt x="0" y="555"/>
                    <a:pt x="85" y="678"/>
                    <a:pt x="216" y="678"/>
                  </a:cubicBezTo>
                  <a:cubicBezTo>
                    <a:pt x="363" y="678"/>
                    <a:pt x="440" y="555"/>
                    <a:pt x="440" y="332"/>
                  </a:cubicBezTo>
                  <a:cubicBezTo>
                    <a:pt x="440" y="124"/>
                    <a:pt x="355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bg>
      <p:bgPr>
        <a:gradFill>
          <a:gsLst>
            <a:gs pos="0">
              <a:srgbClr val="D4F9FE"/>
            </a:gs>
            <a:gs pos="100000">
              <a:srgbClr val="59E2F7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1" name="Google Shape;9461;p31"/>
          <p:cNvGrpSpPr/>
          <p:nvPr/>
        </p:nvGrpSpPr>
        <p:grpSpPr>
          <a:xfrm>
            <a:off x="189" y="52"/>
            <a:ext cx="9144013" cy="5143533"/>
            <a:chOff x="4088025" y="1324225"/>
            <a:chExt cx="1348575" cy="1101800"/>
          </a:xfrm>
        </p:grpSpPr>
        <p:sp>
          <p:nvSpPr>
            <p:cNvPr id="9462" name="Google Shape;9462;p31"/>
            <p:cNvSpPr/>
            <p:nvPr/>
          </p:nvSpPr>
          <p:spPr>
            <a:xfrm>
              <a:off x="4088025" y="24229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3" name="Google Shape;9463;p31"/>
            <p:cNvSpPr/>
            <p:nvPr/>
          </p:nvSpPr>
          <p:spPr>
            <a:xfrm>
              <a:off x="4088025" y="24005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4" name="Google Shape;9464;p31"/>
            <p:cNvSpPr/>
            <p:nvPr/>
          </p:nvSpPr>
          <p:spPr>
            <a:xfrm>
              <a:off x="4088025" y="2378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5" name="Google Shape;9465;p31"/>
            <p:cNvSpPr/>
            <p:nvPr/>
          </p:nvSpPr>
          <p:spPr>
            <a:xfrm>
              <a:off x="4088025" y="23557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6" name="Google Shape;9466;p31"/>
            <p:cNvSpPr/>
            <p:nvPr/>
          </p:nvSpPr>
          <p:spPr>
            <a:xfrm>
              <a:off x="4088025" y="23331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7" name="Google Shape;9467;p31"/>
            <p:cNvSpPr/>
            <p:nvPr/>
          </p:nvSpPr>
          <p:spPr>
            <a:xfrm>
              <a:off x="4088025" y="23108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8" name="Google Shape;9468;p31"/>
            <p:cNvSpPr/>
            <p:nvPr/>
          </p:nvSpPr>
          <p:spPr>
            <a:xfrm>
              <a:off x="4088025" y="22884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9" name="Google Shape;9469;p31"/>
            <p:cNvSpPr/>
            <p:nvPr/>
          </p:nvSpPr>
          <p:spPr>
            <a:xfrm>
              <a:off x="4088025" y="22659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0" name="Google Shape;9470;p31"/>
            <p:cNvSpPr/>
            <p:nvPr/>
          </p:nvSpPr>
          <p:spPr>
            <a:xfrm>
              <a:off x="4088025" y="22436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1" name="Google Shape;9471;p31"/>
            <p:cNvSpPr/>
            <p:nvPr/>
          </p:nvSpPr>
          <p:spPr>
            <a:xfrm>
              <a:off x="4088025" y="22210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2" name="Google Shape;9472;p31"/>
            <p:cNvSpPr/>
            <p:nvPr/>
          </p:nvSpPr>
          <p:spPr>
            <a:xfrm>
              <a:off x="4088025" y="21987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3" name="Google Shape;9473;p31"/>
            <p:cNvSpPr/>
            <p:nvPr/>
          </p:nvSpPr>
          <p:spPr>
            <a:xfrm>
              <a:off x="4088025" y="21761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4" name="Google Shape;9474;p31"/>
            <p:cNvSpPr/>
            <p:nvPr/>
          </p:nvSpPr>
          <p:spPr>
            <a:xfrm>
              <a:off x="4088025" y="21538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5" name="Google Shape;9475;p31"/>
            <p:cNvSpPr/>
            <p:nvPr/>
          </p:nvSpPr>
          <p:spPr>
            <a:xfrm>
              <a:off x="4088025" y="21314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6" name="Google Shape;9476;p31"/>
            <p:cNvSpPr/>
            <p:nvPr/>
          </p:nvSpPr>
          <p:spPr>
            <a:xfrm>
              <a:off x="4088025" y="21089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7" name="Google Shape;9477;p31"/>
            <p:cNvSpPr/>
            <p:nvPr/>
          </p:nvSpPr>
          <p:spPr>
            <a:xfrm>
              <a:off x="4088025" y="20866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8" name="Google Shape;9478;p31"/>
            <p:cNvSpPr/>
            <p:nvPr/>
          </p:nvSpPr>
          <p:spPr>
            <a:xfrm>
              <a:off x="4088025" y="2064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9" name="Google Shape;9479;p31"/>
            <p:cNvSpPr/>
            <p:nvPr/>
          </p:nvSpPr>
          <p:spPr>
            <a:xfrm>
              <a:off x="4088025" y="20417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0" name="Google Shape;9480;p31"/>
            <p:cNvSpPr/>
            <p:nvPr/>
          </p:nvSpPr>
          <p:spPr>
            <a:xfrm>
              <a:off x="4088025" y="20193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1" name="Google Shape;9481;p31"/>
            <p:cNvSpPr/>
            <p:nvPr/>
          </p:nvSpPr>
          <p:spPr>
            <a:xfrm>
              <a:off x="4088025" y="19968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2" name="Google Shape;9482;p31"/>
            <p:cNvSpPr/>
            <p:nvPr/>
          </p:nvSpPr>
          <p:spPr>
            <a:xfrm>
              <a:off x="4088025" y="19745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3" name="Google Shape;9483;p31"/>
            <p:cNvSpPr/>
            <p:nvPr/>
          </p:nvSpPr>
          <p:spPr>
            <a:xfrm>
              <a:off x="4088025" y="1951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4" name="Google Shape;9484;p31"/>
            <p:cNvSpPr/>
            <p:nvPr/>
          </p:nvSpPr>
          <p:spPr>
            <a:xfrm>
              <a:off x="4088025" y="19296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5" name="Google Shape;9485;p31"/>
            <p:cNvSpPr/>
            <p:nvPr/>
          </p:nvSpPr>
          <p:spPr>
            <a:xfrm>
              <a:off x="4088025" y="19070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6" name="Google Shape;9486;p31"/>
            <p:cNvSpPr/>
            <p:nvPr/>
          </p:nvSpPr>
          <p:spPr>
            <a:xfrm>
              <a:off x="4088025" y="188475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7" name="Google Shape;9487;p31"/>
            <p:cNvSpPr/>
            <p:nvPr/>
          </p:nvSpPr>
          <p:spPr>
            <a:xfrm>
              <a:off x="4088025" y="18624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8" name="Google Shape;9488;p31"/>
            <p:cNvSpPr/>
            <p:nvPr/>
          </p:nvSpPr>
          <p:spPr>
            <a:xfrm>
              <a:off x="4088025" y="18398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9" name="Google Shape;9489;p31"/>
            <p:cNvSpPr/>
            <p:nvPr/>
          </p:nvSpPr>
          <p:spPr>
            <a:xfrm>
              <a:off x="4088025" y="18175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0" name="Google Shape;9490;p31"/>
            <p:cNvSpPr/>
            <p:nvPr/>
          </p:nvSpPr>
          <p:spPr>
            <a:xfrm>
              <a:off x="4088025" y="179497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1" name="Google Shape;9491;p31"/>
            <p:cNvSpPr/>
            <p:nvPr/>
          </p:nvSpPr>
          <p:spPr>
            <a:xfrm>
              <a:off x="4088025" y="177262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2" name="Google Shape;9492;p31"/>
            <p:cNvSpPr/>
            <p:nvPr/>
          </p:nvSpPr>
          <p:spPr>
            <a:xfrm>
              <a:off x="4088025" y="1750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3" name="Google Shape;9493;p31"/>
            <p:cNvSpPr/>
            <p:nvPr/>
          </p:nvSpPr>
          <p:spPr>
            <a:xfrm>
              <a:off x="4088025" y="17277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4" name="Google Shape;9494;p31"/>
            <p:cNvSpPr/>
            <p:nvPr/>
          </p:nvSpPr>
          <p:spPr>
            <a:xfrm>
              <a:off x="4088025" y="170540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5" name="Google Shape;9495;p31"/>
            <p:cNvSpPr/>
            <p:nvPr/>
          </p:nvSpPr>
          <p:spPr>
            <a:xfrm>
              <a:off x="4088025" y="1683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6" name="Google Shape;9496;p31"/>
            <p:cNvSpPr/>
            <p:nvPr/>
          </p:nvSpPr>
          <p:spPr>
            <a:xfrm>
              <a:off x="4088025" y="16605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7" name="Google Shape;9497;p31"/>
            <p:cNvSpPr/>
            <p:nvPr/>
          </p:nvSpPr>
          <p:spPr>
            <a:xfrm>
              <a:off x="4088025" y="1638175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8" name="Google Shape;9498;p31"/>
            <p:cNvSpPr/>
            <p:nvPr/>
          </p:nvSpPr>
          <p:spPr>
            <a:xfrm>
              <a:off x="4088025" y="1615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9" name="Google Shape;9499;p31"/>
            <p:cNvSpPr/>
            <p:nvPr/>
          </p:nvSpPr>
          <p:spPr>
            <a:xfrm>
              <a:off x="4088025" y="15933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0" name="Google Shape;9500;p31"/>
            <p:cNvSpPr/>
            <p:nvPr/>
          </p:nvSpPr>
          <p:spPr>
            <a:xfrm>
              <a:off x="4088025" y="1570950"/>
              <a:ext cx="1348575" cy="3125"/>
            </a:xfrm>
            <a:custGeom>
              <a:avLst/>
              <a:gdLst/>
              <a:ahLst/>
              <a:cxnLst/>
              <a:rect l="l" t="t" r="r" b="b"/>
              <a:pathLst>
                <a:path w="53943" h="125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1" name="Google Shape;9501;p31"/>
            <p:cNvSpPr/>
            <p:nvPr/>
          </p:nvSpPr>
          <p:spPr>
            <a:xfrm>
              <a:off x="4088025" y="15484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2" name="Google Shape;9502;p31"/>
            <p:cNvSpPr/>
            <p:nvPr/>
          </p:nvSpPr>
          <p:spPr>
            <a:xfrm>
              <a:off x="4088025" y="15260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1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3" name="Google Shape;9503;p31"/>
            <p:cNvSpPr/>
            <p:nvPr/>
          </p:nvSpPr>
          <p:spPr>
            <a:xfrm>
              <a:off x="4088025" y="1503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0"/>
                  </a:moveTo>
                  <a:lnTo>
                    <a:pt x="1" y="131"/>
                  </a:lnTo>
                  <a:lnTo>
                    <a:pt x="53943" y="131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4" name="Google Shape;9504;p31"/>
            <p:cNvSpPr/>
            <p:nvPr/>
          </p:nvSpPr>
          <p:spPr>
            <a:xfrm>
              <a:off x="4088025" y="14812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5" name="Google Shape;9505;p31"/>
            <p:cNvSpPr/>
            <p:nvPr/>
          </p:nvSpPr>
          <p:spPr>
            <a:xfrm>
              <a:off x="4088025" y="14586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6" name="Google Shape;9506;p31"/>
            <p:cNvSpPr/>
            <p:nvPr/>
          </p:nvSpPr>
          <p:spPr>
            <a:xfrm>
              <a:off x="4088025" y="14363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7" name="Google Shape;9507;p31"/>
            <p:cNvSpPr/>
            <p:nvPr/>
          </p:nvSpPr>
          <p:spPr>
            <a:xfrm>
              <a:off x="4088025" y="141397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8" name="Google Shape;9508;p31"/>
            <p:cNvSpPr/>
            <p:nvPr/>
          </p:nvSpPr>
          <p:spPr>
            <a:xfrm>
              <a:off x="4088025" y="1391425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9" name="Google Shape;9509;p31"/>
            <p:cNvSpPr/>
            <p:nvPr/>
          </p:nvSpPr>
          <p:spPr>
            <a:xfrm>
              <a:off x="4088025" y="1369100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4"/>
                  </a:lnTo>
                  <a:lnTo>
                    <a:pt x="53943" y="124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0" name="Google Shape;9510;p31"/>
            <p:cNvSpPr/>
            <p:nvPr/>
          </p:nvSpPr>
          <p:spPr>
            <a:xfrm>
              <a:off x="4088025" y="1346550"/>
              <a:ext cx="1348575" cy="3300"/>
            </a:xfrm>
            <a:custGeom>
              <a:avLst/>
              <a:gdLst/>
              <a:ahLst/>
              <a:cxnLst/>
              <a:rect l="l" t="t" r="r" b="b"/>
              <a:pathLst>
                <a:path w="53943" h="132" extrusionOk="0">
                  <a:moveTo>
                    <a:pt x="1" y="1"/>
                  </a:moveTo>
                  <a:lnTo>
                    <a:pt x="1" y="132"/>
                  </a:lnTo>
                  <a:lnTo>
                    <a:pt x="53943" y="132"/>
                  </a:lnTo>
                  <a:lnTo>
                    <a:pt x="53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1" name="Google Shape;9511;p31"/>
            <p:cNvSpPr/>
            <p:nvPr/>
          </p:nvSpPr>
          <p:spPr>
            <a:xfrm>
              <a:off x="4088025" y="1324225"/>
              <a:ext cx="1348575" cy="3100"/>
            </a:xfrm>
            <a:custGeom>
              <a:avLst/>
              <a:gdLst/>
              <a:ahLst/>
              <a:cxnLst/>
              <a:rect l="l" t="t" r="r" b="b"/>
              <a:pathLst>
                <a:path w="53943" h="124" extrusionOk="0">
                  <a:moveTo>
                    <a:pt x="1" y="0"/>
                  </a:moveTo>
                  <a:lnTo>
                    <a:pt x="1" y="123"/>
                  </a:lnTo>
                  <a:lnTo>
                    <a:pt x="53943" y="123"/>
                  </a:lnTo>
                  <a:lnTo>
                    <a:pt x="5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ubik Glitch"/>
              <a:buNone/>
              <a:defRPr sz="3200">
                <a:solidFill>
                  <a:schemeClr val="dk1"/>
                </a:solidFill>
                <a:latin typeface="Rubik Glitch"/>
                <a:ea typeface="Rubik Glitch"/>
                <a:cs typeface="Rubik Glitch"/>
                <a:sym typeface="Rubik Glit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ubik"/>
              <a:buChar char="●"/>
              <a:defRPr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ubik"/>
              <a:buChar char="○"/>
              <a:defRPr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ubik"/>
              <a:buChar char="■"/>
              <a:defRPr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ubik"/>
              <a:buChar char="●"/>
              <a:defRPr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ubik"/>
              <a:buChar char="○"/>
              <a:defRPr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ubik"/>
              <a:buChar char="■"/>
              <a:defRPr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ubik"/>
              <a:buChar char="●"/>
              <a:defRPr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ubik"/>
              <a:buChar char="○"/>
              <a:defRPr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ubik"/>
              <a:buChar char="■"/>
              <a:defRPr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8" r:id="rId5"/>
    <p:sldLayoutId id="2147483671" r:id="rId6"/>
    <p:sldLayoutId id="2147483676" r:id="rId7"/>
    <p:sldLayoutId id="214748367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7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antafe.edu/~aaronc/shared/darkweb_2017.zip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2" name="Google Shape;9522;p35"/>
          <p:cNvPicPr preferRelativeResize="0"/>
          <p:nvPr/>
        </p:nvPicPr>
        <p:blipFill rotWithShape="1">
          <a:blip r:embed="rId3">
            <a:alphaModFix amt="50000"/>
          </a:blip>
          <a:srcRect b="17790"/>
          <a:stretch/>
        </p:blipFill>
        <p:spPr>
          <a:xfrm>
            <a:off x="822700" y="539500"/>
            <a:ext cx="7498598" cy="4604176"/>
          </a:xfrm>
          <a:prstGeom prst="rect">
            <a:avLst/>
          </a:prstGeom>
          <a:noFill/>
          <a:ln>
            <a:noFill/>
          </a:ln>
        </p:spPr>
      </p:pic>
      <p:sp>
        <p:nvSpPr>
          <p:cNvPr id="9523" name="Google Shape;9523;p35"/>
          <p:cNvSpPr txBox="1">
            <a:spLocks noGrp="1"/>
          </p:cNvSpPr>
          <p:nvPr>
            <p:ph type="ctrTitle"/>
          </p:nvPr>
        </p:nvSpPr>
        <p:spPr>
          <a:xfrm>
            <a:off x="1400550" y="956460"/>
            <a:ext cx="6342900" cy="26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Analisi strutturale del Darkweb</a:t>
            </a:r>
            <a:endParaRPr dirty="0"/>
          </a:p>
        </p:txBody>
      </p:sp>
      <p:sp>
        <p:nvSpPr>
          <p:cNvPr id="9524" name="Google Shape;9524;p35"/>
          <p:cNvSpPr txBox="1">
            <a:spLocks noGrp="1"/>
          </p:cNvSpPr>
          <p:nvPr>
            <p:ph type="subTitle" idx="1"/>
          </p:nvPr>
        </p:nvSpPr>
        <p:spPr>
          <a:xfrm>
            <a:off x="1400550" y="3624810"/>
            <a:ext cx="6342900" cy="4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Andrea D’Orazio – Advanced Data Science – A.A. 2025/26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9" name="Google Shape;9619;p42"/>
          <p:cNvPicPr preferRelativeResize="0"/>
          <p:nvPr/>
        </p:nvPicPr>
        <p:blipFill rotWithShape="1">
          <a:blip r:embed="rId3">
            <a:alphaModFix amt="50000"/>
          </a:blip>
          <a:srcRect b="17790"/>
          <a:stretch/>
        </p:blipFill>
        <p:spPr>
          <a:xfrm>
            <a:off x="5660750" y="866225"/>
            <a:ext cx="6966477" cy="4277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20" name="Google Shape;9620;p42"/>
          <p:cNvSpPr txBox="1">
            <a:spLocks noGrp="1"/>
          </p:cNvSpPr>
          <p:nvPr>
            <p:ph type="subTitle" idx="1"/>
          </p:nvPr>
        </p:nvSpPr>
        <p:spPr>
          <a:xfrm>
            <a:off x="1084951" y="2249027"/>
            <a:ext cx="4974300" cy="13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1800" dirty="0"/>
              <a:t>Differente dal WWW tradizionale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1800" dirty="0"/>
              <a:t>Domini sotto .</a:t>
            </a:r>
            <a:r>
              <a:rPr lang="it-IT" sz="1800" dirty="0" err="1"/>
              <a:t>onion</a:t>
            </a:r>
            <a:r>
              <a:rPr lang="it-IT" sz="1800" dirty="0"/>
              <a:t> (Tor network)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1800" dirty="0"/>
              <a:t>Anonimato e privacy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1800" dirty="0"/>
              <a:t>Hash (indirizzi a 16 caratteri)</a:t>
            </a:r>
          </a:p>
        </p:txBody>
      </p:sp>
      <p:sp>
        <p:nvSpPr>
          <p:cNvPr id="9621" name="Google Shape;9621;p42"/>
          <p:cNvSpPr txBox="1">
            <a:spLocks noGrp="1"/>
          </p:cNvSpPr>
          <p:nvPr>
            <p:ph type="title"/>
          </p:nvPr>
        </p:nvSpPr>
        <p:spPr>
          <a:xfrm>
            <a:off x="975360" y="1498100"/>
            <a:ext cx="5205983" cy="79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Cos’è il Darkweb?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0" name="Google Shape;9650;p44"/>
          <p:cNvPicPr preferRelativeResize="0"/>
          <p:nvPr/>
        </p:nvPicPr>
        <p:blipFill rotWithShape="1">
          <a:blip r:embed="rId3">
            <a:alphaModFix amt="50000"/>
          </a:blip>
          <a:srcRect b="17790"/>
          <a:stretch/>
        </p:blipFill>
        <p:spPr>
          <a:xfrm>
            <a:off x="2477612" y="2571750"/>
            <a:ext cx="4188777" cy="2571924"/>
          </a:xfrm>
          <a:prstGeom prst="rect">
            <a:avLst/>
          </a:prstGeom>
          <a:noFill/>
          <a:ln>
            <a:noFill/>
          </a:ln>
        </p:spPr>
      </p:pic>
      <p:sp>
        <p:nvSpPr>
          <p:cNvPr id="9651" name="Google Shape;9651;p4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Descrizione del Dataset</a:t>
            </a:r>
            <a:endParaRPr dirty="0"/>
          </a:p>
        </p:txBody>
      </p:sp>
      <p:sp>
        <p:nvSpPr>
          <p:cNvPr id="9652" name="Google Shape;9652;p44"/>
          <p:cNvSpPr txBox="1">
            <a:spLocks noGrp="1"/>
          </p:cNvSpPr>
          <p:nvPr>
            <p:ph type="subTitle" idx="1"/>
          </p:nvPr>
        </p:nvSpPr>
        <p:spPr>
          <a:xfrm>
            <a:off x="720000" y="1312386"/>
            <a:ext cx="25146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Fonte</a:t>
            </a:r>
            <a:endParaRPr dirty="0"/>
          </a:p>
        </p:txBody>
      </p:sp>
      <p:sp>
        <p:nvSpPr>
          <p:cNvPr id="9653" name="Google Shape;9653;p44"/>
          <p:cNvSpPr txBox="1">
            <a:spLocks noGrp="1"/>
          </p:cNvSpPr>
          <p:nvPr>
            <p:ph type="subTitle" idx="2"/>
          </p:nvPr>
        </p:nvSpPr>
        <p:spPr>
          <a:xfrm>
            <a:off x="720000" y="1928486"/>
            <a:ext cx="2514600" cy="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Index of Complex Networks (ICON)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it-IT" sz="1800" dirty="0">
                <a:hlinkClick r:id="rId4"/>
              </a:rPr>
              <a:t>https://santafe.edu/~aaronc/shared/darkweb_2017.zip</a:t>
            </a:r>
            <a:endParaRPr lang="it-IT" sz="18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it-IT" sz="1800" dirty="0"/>
              <a:t>Darkweb </a:t>
            </a:r>
            <a:r>
              <a:rPr lang="it-IT" sz="1800" dirty="0" err="1"/>
              <a:t>graph</a:t>
            </a:r>
            <a:r>
              <a:rPr lang="it-IT" sz="1800" dirty="0"/>
              <a:t> 2017</a:t>
            </a:r>
          </a:p>
        </p:txBody>
      </p:sp>
      <p:sp>
        <p:nvSpPr>
          <p:cNvPr id="9654" name="Google Shape;9654;p44"/>
          <p:cNvSpPr txBox="1">
            <a:spLocks noGrp="1"/>
          </p:cNvSpPr>
          <p:nvPr>
            <p:ph type="subTitle" idx="3"/>
          </p:nvPr>
        </p:nvSpPr>
        <p:spPr>
          <a:xfrm>
            <a:off x="5805900" y="1312385"/>
            <a:ext cx="25146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Struttura</a:t>
            </a:r>
            <a:endParaRPr dirty="0"/>
          </a:p>
        </p:txBody>
      </p:sp>
      <p:sp>
        <p:nvSpPr>
          <p:cNvPr id="9655" name="Google Shape;9655;p44"/>
          <p:cNvSpPr txBox="1">
            <a:spLocks noGrp="1"/>
          </p:cNvSpPr>
          <p:nvPr>
            <p:ph type="subTitle" idx="4"/>
          </p:nvPr>
        </p:nvSpPr>
        <p:spPr>
          <a:xfrm>
            <a:off x="5805900" y="1928486"/>
            <a:ext cx="2514600" cy="22777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1800" dirty="0"/>
              <a:t>7,178 nodi (domini .</a:t>
            </a:r>
            <a:r>
              <a:rPr lang="it-IT" sz="1800" dirty="0" err="1"/>
              <a:t>onion</a:t>
            </a:r>
            <a:r>
              <a:rPr lang="it-IT" sz="1800" dirty="0"/>
              <a:t>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1800" dirty="0"/>
              <a:t>25,104 archi (hyperlink)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800" dirty="0"/>
              <a:t>Network diretto e pesato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0" name="Google Shape;9970;p59"/>
          <p:cNvSpPr txBox="1">
            <a:spLocks noGrp="1"/>
          </p:cNvSpPr>
          <p:nvPr>
            <p:ph type="subTitle" idx="1"/>
          </p:nvPr>
        </p:nvSpPr>
        <p:spPr>
          <a:xfrm>
            <a:off x="536448" y="1633728"/>
            <a:ext cx="8058912" cy="3174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>
              <a:buAutoNum type="arabicPeriod"/>
            </a:pPr>
            <a:r>
              <a:rPr lang="it-IT" sz="1800" dirty="0"/>
              <a:t>La rete del dark web presenta un’elevata presenza di domini isolati e una struttura complessivamente frammentata in più componenti?</a:t>
            </a:r>
          </a:p>
          <a:p>
            <a:pPr marL="342900" lvl="0" indent="-342900" algn="l">
              <a:buAutoNum type="arabicPeriod"/>
            </a:pPr>
            <a:r>
              <a:rPr lang="it-IT" sz="1800" dirty="0"/>
              <a:t>La connettività della rete è sostenuta da pochi domini altamente centrali?</a:t>
            </a:r>
          </a:p>
          <a:p>
            <a:pPr marL="342900" lvl="0" indent="-342900" algn="l">
              <a:buAutoNum type="arabicPeriod"/>
            </a:pPr>
            <a:r>
              <a:rPr lang="it-IT" sz="1800" dirty="0"/>
              <a:t> Esistono domini che svolgono un ruolo critico di intermediazione nella rete?</a:t>
            </a:r>
          </a:p>
          <a:p>
            <a:pPr marL="342900" lvl="0" indent="-342900" algn="l">
              <a:buAutoNum type="arabicPeriod"/>
            </a:pPr>
            <a:r>
              <a:rPr lang="it-IT" sz="1800" dirty="0"/>
              <a:t> Il darkweb mostra caratteristiche di small-world o scale-free network nonostante la sua </a:t>
            </a:r>
            <a:r>
              <a:rPr lang="it-IT" sz="1800" dirty="0" err="1"/>
              <a:t>sparsità</a:t>
            </a:r>
            <a:r>
              <a:rPr lang="it-IT" sz="1800" dirty="0"/>
              <a:t>?</a:t>
            </a:r>
          </a:p>
          <a:p>
            <a:pPr marL="342900" lvl="0" indent="-342900" algn="l">
              <a:buAutoNum type="arabicPeriod"/>
            </a:pPr>
            <a:r>
              <a:rPr lang="it-IT" sz="1800" dirty="0"/>
              <a:t>  La rete è più vulnerabile a guasti casuali o ad attacchi mirati?</a:t>
            </a:r>
            <a:endParaRPr lang="en-US" sz="1800" dirty="0"/>
          </a:p>
        </p:txBody>
      </p:sp>
      <p:sp>
        <p:nvSpPr>
          <p:cNvPr id="9971" name="Google Shape;9971;p59"/>
          <p:cNvSpPr txBox="1">
            <a:spLocks noGrp="1"/>
          </p:cNvSpPr>
          <p:nvPr>
            <p:ph type="title"/>
          </p:nvPr>
        </p:nvSpPr>
        <p:spPr>
          <a:xfrm>
            <a:off x="0" y="335576"/>
            <a:ext cx="9143999" cy="8470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Domande di Ricerca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6" name="Google Shape;9566;p39"/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3327744" cy="30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87% dei nodi NON linkano nessun altro sito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 sz="1800" dirty="0"/>
              <a:t>Mediana out-degree: 0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 sz="1800" dirty="0"/>
              <a:t>Max out-degree: 5582</a:t>
            </a:r>
          </a:p>
        </p:txBody>
      </p:sp>
      <p:sp>
        <p:nvSpPr>
          <p:cNvPr id="9567" name="Google Shape;9567;p39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RQ1 - Out-Degree Distribution</a:t>
            </a:r>
            <a:endParaRPr dirty="0"/>
          </a:p>
        </p:txBody>
      </p:sp>
      <p:pic>
        <p:nvPicPr>
          <p:cNvPr id="13" name="Immagine 12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CDEB2B5-A23A-40F2-A9AF-083CBCCC5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256016"/>
            <a:ext cx="4480223" cy="3200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5">
          <a:extLst>
            <a:ext uri="{FF2B5EF4-FFF2-40B4-BE49-F238E27FC236}">
              <a16:creationId xmlns:a16="http://schemas.microsoft.com/office/drawing/2014/main" id="{FBB7DD51-2939-9138-2F3C-6DC41F116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6" name="Google Shape;9566;p39">
            <a:extLst>
              <a:ext uri="{FF2B5EF4-FFF2-40B4-BE49-F238E27FC236}">
                <a16:creationId xmlns:a16="http://schemas.microsoft.com/office/drawing/2014/main" id="{84693788-3BBC-A4E3-D094-85D2202CC7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3327744" cy="30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50% dei nodi con grado entrante uguale a 1 o 2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 Mediana in-degree: 3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Max in-degree: 209 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Presenza di un CORE e di tante singole componenti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sz="1800" dirty="0"/>
          </a:p>
        </p:txBody>
      </p:sp>
      <p:sp>
        <p:nvSpPr>
          <p:cNvPr id="9567" name="Google Shape;9567;p39">
            <a:extLst>
              <a:ext uri="{FF2B5EF4-FFF2-40B4-BE49-F238E27FC236}">
                <a16:creationId xmlns:a16="http://schemas.microsoft.com/office/drawing/2014/main" id="{B2D60B79-212E-A471-D6FD-ADE6DB12B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RQ1 - In-Degree Distribution</a:t>
            </a:r>
            <a:endParaRPr dirty="0"/>
          </a:p>
        </p:txBody>
      </p:sp>
      <p:pic>
        <p:nvPicPr>
          <p:cNvPr id="3" name="Immagine 2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C3C992C6-AFD8-0E54-661A-1D6258094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744" y="1328161"/>
            <a:ext cx="4482000" cy="320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3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5">
          <a:extLst>
            <a:ext uri="{FF2B5EF4-FFF2-40B4-BE49-F238E27FC236}">
              <a16:creationId xmlns:a16="http://schemas.microsoft.com/office/drawing/2014/main" id="{0C8C25CA-045D-F8F9-3D07-F3EE1EED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6" name="Google Shape;9566;p39">
            <a:extLst>
              <a:ext uri="{FF2B5EF4-FFF2-40B4-BE49-F238E27FC236}">
                <a16:creationId xmlns:a16="http://schemas.microsoft.com/office/drawing/2014/main" id="{FB6711AE-63CF-5D4E-44AB-C3C84C31D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3327744" cy="30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Top 10% nodi riceve 36% link in entrata</a:t>
            </a:r>
          </a:p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Top 10% detiene 26% </a:t>
            </a:r>
            <a:r>
              <a:rPr lang="it-IT" sz="1800" dirty="0" err="1"/>
              <a:t>PageRank</a:t>
            </a: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Struttura hub-and-</a:t>
            </a:r>
            <a:r>
              <a:rPr lang="it-IT" sz="1800" dirty="0" err="1"/>
              <a:t>spoke</a:t>
            </a:r>
            <a:endParaRPr sz="1800" dirty="0"/>
          </a:p>
        </p:txBody>
      </p:sp>
      <p:sp>
        <p:nvSpPr>
          <p:cNvPr id="9567" name="Google Shape;9567;p39">
            <a:extLst>
              <a:ext uri="{FF2B5EF4-FFF2-40B4-BE49-F238E27FC236}">
                <a16:creationId xmlns:a16="http://schemas.microsoft.com/office/drawing/2014/main" id="{24F8C246-FC3A-6A99-98DD-529DD44835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32467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RQ2 - Pochi nodi centrali sostengono la rete?</a:t>
            </a:r>
            <a:endParaRPr dirty="0"/>
          </a:p>
        </p:txBody>
      </p:sp>
      <p:pic>
        <p:nvPicPr>
          <p:cNvPr id="4" name="Immagine 3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9DE56793-11F7-CF55-B923-C6317BD4F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744" y="1328675"/>
            <a:ext cx="4480561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3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5">
          <a:extLst>
            <a:ext uri="{FF2B5EF4-FFF2-40B4-BE49-F238E27FC236}">
              <a16:creationId xmlns:a16="http://schemas.microsoft.com/office/drawing/2014/main" id="{0C88FEFD-F9AF-0495-6A84-ABC39AA7C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6" name="Google Shape;9566;p39">
            <a:extLst>
              <a:ext uri="{FF2B5EF4-FFF2-40B4-BE49-F238E27FC236}">
                <a16:creationId xmlns:a16="http://schemas.microsoft.com/office/drawing/2014/main" id="{A723AC0C-3FD3-393E-633A-D1F6C665D0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3327744" cy="30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5% dei domini controlla il 100% della </a:t>
            </a:r>
            <a:r>
              <a:rPr lang="it-IT" sz="1800" dirty="0" err="1"/>
              <a:t>betwenness</a:t>
            </a:r>
            <a:r>
              <a:rPr lang="it-IT" sz="1800" dirty="0"/>
              <a:t> totale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Esistenza di punti critici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Frammentazione</a:t>
            </a:r>
            <a:endParaRPr sz="1800" dirty="0"/>
          </a:p>
        </p:txBody>
      </p:sp>
      <p:sp>
        <p:nvSpPr>
          <p:cNvPr id="9567" name="Google Shape;9567;p39">
            <a:extLst>
              <a:ext uri="{FF2B5EF4-FFF2-40B4-BE49-F238E27FC236}">
                <a16:creationId xmlns:a16="http://schemas.microsoft.com/office/drawing/2014/main" id="{DD6604DE-0100-F30B-6A2B-0A318778E4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95125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RQ3- Esistono nodi critici di intermediazione?</a:t>
            </a:r>
            <a:endParaRPr dirty="0"/>
          </a:p>
        </p:txBody>
      </p:sp>
      <p:pic>
        <p:nvPicPr>
          <p:cNvPr id="13" name="Immagine 12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8BE62253-2D31-F011-A3D9-578D6ED68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256016"/>
            <a:ext cx="4480223" cy="3200159"/>
          </a:xfrm>
          <a:prstGeom prst="rect">
            <a:avLst/>
          </a:prstGeom>
        </p:spPr>
      </p:pic>
      <p:pic>
        <p:nvPicPr>
          <p:cNvPr id="3" name="Immagine 2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C59E6E85-773F-3E1B-C4D8-F8A84C458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256015"/>
            <a:ext cx="4480223" cy="32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36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5">
          <a:extLst>
            <a:ext uri="{FF2B5EF4-FFF2-40B4-BE49-F238E27FC236}">
              <a16:creationId xmlns:a16="http://schemas.microsoft.com/office/drawing/2014/main" id="{D4A2A5C4-824D-4B69-A596-DC3BC3324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7" name="Google Shape;9567;p39">
            <a:extLst>
              <a:ext uri="{FF2B5EF4-FFF2-40B4-BE49-F238E27FC236}">
                <a16:creationId xmlns:a16="http://schemas.microsoft.com/office/drawing/2014/main" id="{25BF1C94-26C5-4088-BC1B-EA9DBB91F3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0472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RQ4 - Proprietà scale-free e small-world?</a:t>
            </a:r>
            <a:endParaRPr dirty="0"/>
          </a:p>
        </p:txBody>
      </p:sp>
      <p:pic>
        <p:nvPicPr>
          <p:cNvPr id="3" name="Immagine 2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8270DAA0-2DF0-0446-282A-A362EB535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84" y="1389763"/>
            <a:ext cx="4187976" cy="2991411"/>
          </a:xfrm>
          <a:prstGeom prst="rect">
            <a:avLst/>
          </a:prstGeom>
        </p:spPr>
      </p:pic>
      <p:pic>
        <p:nvPicPr>
          <p:cNvPr id="5" name="Immagine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969379EE-35C9-5058-0F24-41E94F172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142" y="1389762"/>
            <a:ext cx="4187976" cy="299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6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5">
          <a:extLst>
            <a:ext uri="{FF2B5EF4-FFF2-40B4-BE49-F238E27FC236}">
              <a16:creationId xmlns:a16="http://schemas.microsoft.com/office/drawing/2014/main" id="{7ED50EFC-9FFB-444C-0A24-801C177B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6" name="Google Shape;9566;p39">
            <a:extLst>
              <a:ext uri="{FF2B5EF4-FFF2-40B4-BE49-F238E27FC236}">
                <a16:creationId xmlns:a16="http://schemas.microsoft.com/office/drawing/2014/main" id="{AC6B4742-5CC2-BD12-977F-88BAF11CEA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3327744" cy="30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Distribuzione heavy-</a:t>
            </a:r>
            <a:r>
              <a:rPr lang="it-IT" sz="1800" dirty="0" err="1"/>
              <a:t>tailed</a:t>
            </a: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APL Darkweb: 4.351 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APL random: 7.14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lang="it-IT" sz="18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Q: 6.894</a:t>
            </a:r>
          </a:p>
        </p:txBody>
      </p:sp>
      <p:sp>
        <p:nvSpPr>
          <p:cNvPr id="9567" name="Google Shape;9567;p39">
            <a:extLst>
              <a:ext uri="{FF2B5EF4-FFF2-40B4-BE49-F238E27FC236}">
                <a16:creationId xmlns:a16="http://schemas.microsoft.com/office/drawing/2014/main" id="{6E0097BE-B115-694A-540A-2326A9BDFF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95125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RQ4 – Proprietà Small-World</a:t>
            </a:r>
            <a:endParaRPr dirty="0"/>
          </a:p>
        </p:txBody>
      </p:sp>
      <p:pic>
        <p:nvPicPr>
          <p:cNvPr id="4" name="Immagine 3" descr="Immagine che contiene testo, diagramma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438D8241-D151-239A-3A53-F8D446FD6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3" y="1256015"/>
            <a:ext cx="4480224" cy="320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689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5">
          <a:extLst>
            <a:ext uri="{FF2B5EF4-FFF2-40B4-BE49-F238E27FC236}">
              <a16:creationId xmlns:a16="http://schemas.microsoft.com/office/drawing/2014/main" id="{14B54B9A-AB38-3D68-FF0E-A90A9492C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6" name="Google Shape;9566;p39">
            <a:extLst>
              <a:ext uri="{FF2B5EF4-FFF2-40B4-BE49-F238E27FC236}">
                <a16:creationId xmlns:a16="http://schemas.microsoft.com/office/drawing/2014/main" id="{8508549D-4256-2590-654C-31A1CC17A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2815680" cy="30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Guasto limitato per attacchi casuali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lang="it-IT" sz="1800" dirty="0"/>
          </a:p>
          <a:p>
            <a: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it-IT" sz="1800" dirty="0"/>
              <a:t>Collasso della </a:t>
            </a:r>
            <a:r>
              <a:rPr lang="it-IT" sz="1800" dirty="0" err="1"/>
              <a:t>Giant</a:t>
            </a:r>
            <a:r>
              <a:rPr lang="it-IT" sz="1800" dirty="0"/>
              <a:t> Component per attacchi </a:t>
            </a:r>
            <a:r>
              <a:rPr lang="it-IT" sz="1800" dirty="0">
                <a:solidFill>
                  <a:srgbClr val="E4FAFF"/>
                </a:solidFill>
              </a:rPr>
              <a:t>mirati</a:t>
            </a:r>
            <a:endParaRPr sz="1800" dirty="0">
              <a:solidFill>
                <a:srgbClr val="E4FAFF"/>
              </a:solidFill>
            </a:endParaRPr>
          </a:p>
        </p:txBody>
      </p:sp>
      <p:sp>
        <p:nvSpPr>
          <p:cNvPr id="9567" name="Google Shape;9567;p39">
            <a:extLst>
              <a:ext uri="{FF2B5EF4-FFF2-40B4-BE49-F238E27FC236}">
                <a16:creationId xmlns:a16="http://schemas.microsoft.com/office/drawing/2014/main" id="{188F6649-C27D-94E3-DEB7-E62EE74099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95125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RQ5 - Vulnerabilità ad attacchi mirati</a:t>
            </a:r>
            <a:endParaRPr dirty="0"/>
          </a:p>
        </p:txBody>
      </p:sp>
      <p:pic>
        <p:nvPicPr>
          <p:cNvPr id="3" name="Immagine 2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1DADA2E7-BD22-4868-922E-B6DBEA548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409" y="1145915"/>
            <a:ext cx="5333664" cy="380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9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5">
          <a:extLst>
            <a:ext uri="{FF2B5EF4-FFF2-40B4-BE49-F238E27FC236}">
              <a16:creationId xmlns:a16="http://schemas.microsoft.com/office/drawing/2014/main" id="{0BF98ED9-D3EA-D2F0-18FD-69E18B83E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7" name="Google Shape;9567;p39">
            <a:extLst>
              <a:ext uri="{FF2B5EF4-FFF2-40B4-BE49-F238E27FC236}">
                <a16:creationId xmlns:a16="http://schemas.microsoft.com/office/drawing/2014/main" id="{E4BB28FA-F8AE-F9EB-707D-7C7F5B5533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51218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Visualizzazione della rete</a:t>
            </a:r>
          </a:p>
        </p:txBody>
      </p:sp>
      <p:pic>
        <p:nvPicPr>
          <p:cNvPr id="3" name="Immagine 2" descr="Immagine che contiene testo, schermata, diagramma, mappa&#10;&#10;Il contenuto generato dall'IA potrebbe non essere corretto.">
            <a:extLst>
              <a:ext uri="{FF2B5EF4-FFF2-40B4-BE49-F238E27FC236}">
                <a16:creationId xmlns:a16="http://schemas.microsoft.com/office/drawing/2014/main" id="{AB030188-B035-2AFD-39C4-7027261B9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015" y="843733"/>
            <a:ext cx="5807970" cy="414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54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5">
          <a:extLst>
            <a:ext uri="{FF2B5EF4-FFF2-40B4-BE49-F238E27FC236}">
              <a16:creationId xmlns:a16="http://schemas.microsoft.com/office/drawing/2014/main" id="{2C6C7AD3-C014-BBCD-24E8-C7357AAD8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7" name="Google Shape;9567;p39">
            <a:extLst>
              <a:ext uri="{FF2B5EF4-FFF2-40B4-BE49-F238E27FC236}">
                <a16:creationId xmlns:a16="http://schemas.microsoft.com/office/drawing/2014/main" id="{7A8FEE54-B214-D404-DBC9-4C5B7ADA47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Confronto con il WWW</a:t>
            </a:r>
            <a:endParaRPr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B725081-A3C7-DC0E-5330-45A6D3D4B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460205"/>
              </p:ext>
            </p:extLst>
          </p:nvPr>
        </p:nvGraphicFramePr>
        <p:xfrm>
          <a:off x="1438656" y="1466342"/>
          <a:ext cx="6729984" cy="2500376"/>
        </p:xfrm>
        <a:graphic>
          <a:graphicData uri="http://schemas.openxmlformats.org/drawingml/2006/table">
            <a:tbl>
              <a:tblPr firstRow="1" bandRow="1">
                <a:tableStyleId>{2193DDD1-34A6-4576-8D61-1B5CE689DE6F}</a:tableStyleId>
              </a:tblPr>
              <a:tblGrid>
                <a:gridCol w="2243328">
                  <a:extLst>
                    <a:ext uri="{9D8B030D-6E8A-4147-A177-3AD203B41FA5}">
                      <a16:colId xmlns:a16="http://schemas.microsoft.com/office/drawing/2014/main" val="1006820327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443541291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74033376"/>
                    </a:ext>
                  </a:extLst>
                </a:gridCol>
              </a:tblGrid>
              <a:tr h="465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Feature</a:t>
                      </a:r>
                    </a:p>
                  </a:txBody>
                  <a:tcPr anchor="ctr">
                    <a:solidFill>
                      <a:schemeClr val="tx1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Dark Web</a:t>
                      </a:r>
                    </a:p>
                  </a:txBody>
                  <a:tcPr anchor="ctr">
                    <a:solidFill>
                      <a:schemeClr val="tx1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WWW</a:t>
                      </a:r>
                    </a:p>
                  </a:txBody>
                  <a:tcPr anchor="ctr">
                    <a:solidFill>
                      <a:schemeClr val="tx1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657128"/>
                  </a:ext>
                </a:extLst>
              </a:tr>
              <a:tr h="465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Densità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Molto bassa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Alta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63563"/>
                  </a:ext>
                </a:extLst>
              </a:tr>
              <a:tr h="465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APL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4.35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4.27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444482"/>
                  </a:ext>
                </a:extLst>
              </a:tr>
              <a:tr h="465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Navigabilità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Limitata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Elevata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415826"/>
                  </a:ext>
                </a:extLst>
              </a:tr>
              <a:tr h="465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Centralizzazione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dirty="0">
                          <a:solidFill>
                            <a:srgbClr val="E4FAFF"/>
                          </a:solidFill>
                          <a:latin typeface="Rubik" panose="020B0604020202020204" charset="-79"/>
                          <a:cs typeface="Rubik" panose="020B0604020202020204" charset="-79"/>
                        </a:rPr>
                        <a:t>Alta ma più diffusa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793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773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>
            <a:extLst>
              <a:ext uri="{FF2B5EF4-FFF2-40B4-BE49-F238E27FC236}">
                <a16:creationId xmlns:a16="http://schemas.microsoft.com/office/drawing/2014/main" id="{A6211467-8843-5905-2841-8EA7ACC528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it-IT" sz="1800" dirty="0"/>
              <a:t>Rete frammentata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800" dirty="0"/>
              <a:t>Pochi nodi chiave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800" dirty="0"/>
              <a:t>Struttura coerente con anonimato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F80F97C9-ABD2-B746-5B0F-7B15EBEB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</p:spTree>
    <p:extLst>
      <p:ext uri="{BB962C8B-B14F-4D97-AF65-F5344CB8AC3E}">
        <p14:creationId xmlns:p14="http://schemas.microsoft.com/office/powerpoint/2010/main" val="2996485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F282D4-17E9-6236-BE45-88A6EE9B2C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2019605340"/>
      </p:ext>
    </p:extLst>
  </p:cSld>
  <p:clrMapOvr>
    <a:masterClrMapping/>
  </p:clrMapOvr>
</p:sld>
</file>

<file path=ppt/theme/theme1.xml><?xml version="1.0" encoding="utf-8"?>
<a:theme xmlns:a="http://schemas.openxmlformats.org/drawingml/2006/main" name="Digital Scam Awareness Newsletter by Slidesgo">
  <a:themeElements>
    <a:clrScheme name="Simple Light">
      <a:dk1>
        <a:srgbClr val="E4FAFF"/>
      </a:dk1>
      <a:lt1>
        <a:srgbClr val="28373C"/>
      </a:lt1>
      <a:dk2>
        <a:srgbClr val="4E6872"/>
      </a:dk2>
      <a:lt2>
        <a:srgbClr val="1DB2C5"/>
      </a:lt2>
      <a:accent1>
        <a:srgbClr val="3FE6FF"/>
      </a:accent1>
      <a:accent2>
        <a:srgbClr val="93EFF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4F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Presentazione su schermo (16:9)</PresentationFormat>
  <Paragraphs>81</Paragraphs>
  <Slides>15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2" baseType="lpstr">
      <vt:lpstr>Rubik</vt:lpstr>
      <vt:lpstr>Rubik Black</vt:lpstr>
      <vt:lpstr>Fredoka One</vt:lpstr>
      <vt:lpstr>Palanquin Dark</vt:lpstr>
      <vt:lpstr>Arial</vt:lpstr>
      <vt:lpstr>Rubik Glitch</vt:lpstr>
      <vt:lpstr>Digital Scam Awareness Newsletter by Slidesgo</vt:lpstr>
      <vt:lpstr>Analisi strutturale del Darkweb</vt:lpstr>
      <vt:lpstr>Cos’è il Darkweb?</vt:lpstr>
      <vt:lpstr>Descrizione del Dataset</vt:lpstr>
      <vt:lpstr>Domande di Ricerca</vt:lpstr>
      <vt:lpstr>RQ1 - Out-Degree Distribution</vt:lpstr>
      <vt:lpstr>RQ1 - In-Degree Distribution</vt:lpstr>
      <vt:lpstr>RQ2 - Pochi nodi centrali sostengono la rete?</vt:lpstr>
      <vt:lpstr>RQ3- Esistono nodi critici di intermediazione?</vt:lpstr>
      <vt:lpstr>RQ4 - Proprietà scale-free e small-world?</vt:lpstr>
      <vt:lpstr>RQ4 – Proprietà Small-World</vt:lpstr>
      <vt:lpstr>RQ5 - Vulnerabilità ad attacchi mirati</vt:lpstr>
      <vt:lpstr>Visualizzazione della rete</vt:lpstr>
      <vt:lpstr>Confronto con il WWW</vt:lpstr>
      <vt:lpstr>Conclusioni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andrea d'orazio</dc:creator>
  <cp:lastModifiedBy>Andrea D'Orazio</cp:lastModifiedBy>
  <cp:revision>1</cp:revision>
  <dcterms:modified xsi:type="dcterms:W3CDTF">2026-02-09T11:06:04Z</dcterms:modified>
</cp:coreProperties>
</file>